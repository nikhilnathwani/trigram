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6" r:id="rId1"/>
  </p:sldMasterIdLst>
  <p:sldIdLst>
    <p:sldId id="256" r:id="rId2"/>
    <p:sldId id="262" r:id="rId3"/>
    <p:sldId id="257" r:id="rId4"/>
    <p:sldId id="259" r:id="rId5"/>
    <p:sldId id="261" r:id="rId6"/>
    <p:sldId id="260" r:id="rId7"/>
    <p:sldId id="264" r:id="rId8"/>
  </p:sldIdLst>
  <p:sldSz cx="7772400" cy="5029200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63B3B"/>
    <a:srgbClr val="99B3B4"/>
    <a:srgbClr val="41585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319"/>
    <p:restoredTop sz="96197"/>
  </p:normalViewPr>
  <p:slideViewPr>
    <p:cSldViewPr snapToGrid="0">
      <p:cViewPr>
        <p:scale>
          <a:sx n="170" d="100"/>
          <a:sy n="170" d="100"/>
        </p:scale>
        <p:origin x="832" y="1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2930" y="823066"/>
            <a:ext cx="6606540" cy="1750907"/>
          </a:xfrm>
        </p:spPr>
        <p:txBody>
          <a:bodyPr anchor="b"/>
          <a:lstStyle>
            <a:lvl1pPr algn="ctr"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71550" y="2641495"/>
            <a:ext cx="5829300" cy="1214225"/>
          </a:xfrm>
        </p:spPr>
        <p:txBody>
          <a:bodyPr/>
          <a:lstStyle>
            <a:lvl1pPr marL="0" indent="0" algn="ctr">
              <a:buNone/>
              <a:defRPr sz="1760"/>
            </a:lvl1pPr>
            <a:lvl2pPr marL="335265" indent="0" algn="ctr">
              <a:buNone/>
              <a:defRPr sz="1467"/>
            </a:lvl2pPr>
            <a:lvl3pPr marL="670530" indent="0" algn="ctr">
              <a:buNone/>
              <a:defRPr sz="1320"/>
            </a:lvl3pPr>
            <a:lvl4pPr marL="1005794" indent="0" algn="ctr">
              <a:buNone/>
              <a:defRPr sz="1173"/>
            </a:lvl4pPr>
            <a:lvl5pPr marL="1341059" indent="0" algn="ctr">
              <a:buNone/>
              <a:defRPr sz="1173"/>
            </a:lvl5pPr>
            <a:lvl6pPr marL="1676324" indent="0" algn="ctr">
              <a:buNone/>
              <a:defRPr sz="1173"/>
            </a:lvl6pPr>
            <a:lvl7pPr marL="2011589" indent="0" algn="ctr">
              <a:buNone/>
              <a:defRPr sz="1173"/>
            </a:lvl7pPr>
            <a:lvl8pPr marL="2346853" indent="0" algn="ctr">
              <a:buNone/>
              <a:defRPr sz="1173"/>
            </a:lvl8pPr>
            <a:lvl9pPr marL="2682118" indent="0" algn="ctr">
              <a:buNone/>
              <a:defRPr sz="1173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E0B3A4-5234-2B4F-BC1D-2493B47E5D8C}" type="datetimeFigureOut">
              <a:rPr lang="en-US" smtClean="0"/>
              <a:t>5/8/24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BCB8AE-4E15-F44D-877D-40B069A650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77338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E0B3A4-5234-2B4F-BC1D-2493B47E5D8C}" type="datetimeFigureOut">
              <a:rPr lang="en-US" smtClean="0"/>
              <a:t>5/8/24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BCB8AE-4E15-F44D-877D-40B069A650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08115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05" y="1253809"/>
            <a:ext cx="6703695" cy="2092007"/>
          </a:xfrm>
        </p:spPr>
        <p:txBody>
          <a:bodyPr anchor="b"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05" y="3365607"/>
            <a:ext cx="6703695" cy="1100137"/>
          </a:xfrm>
        </p:spPr>
        <p:txBody>
          <a:bodyPr/>
          <a:lstStyle>
            <a:lvl1pPr marL="0" indent="0">
              <a:buNone/>
              <a:defRPr sz="1760">
                <a:solidFill>
                  <a:schemeClr val="tx1"/>
                </a:solidFill>
              </a:defRPr>
            </a:lvl1pPr>
            <a:lvl2pPr marL="335265" indent="0">
              <a:buNone/>
              <a:defRPr sz="1467">
                <a:solidFill>
                  <a:schemeClr val="tx1">
                    <a:tint val="75000"/>
                  </a:schemeClr>
                </a:solidFill>
              </a:defRPr>
            </a:lvl2pPr>
            <a:lvl3pPr marL="670530" indent="0">
              <a:buNone/>
              <a:defRPr sz="1320">
                <a:solidFill>
                  <a:schemeClr val="tx1">
                    <a:tint val="75000"/>
                  </a:schemeClr>
                </a:solidFill>
              </a:defRPr>
            </a:lvl3pPr>
            <a:lvl4pPr marL="1005794" indent="0">
              <a:buNone/>
              <a:defRPr sz="1173">
                <a:solidFill>
                  <a:schemeClr val="tx1">
                    <a:tint val="75000"/>
                  </a:schemeClr>
                </a:solidFill>
              </a:defRPr>
            </a:lvl4pPr>
            <a:lvl5pPr marL="1341059" indent="0">
              <a:buNone/>
              <a:defRPr sz="1173">
                <a:solidFill>
                  <a:schemeClr val="tx1">
                    <a:tint val="75000"/>
                  </a:schemeClr>
                </a:solidFill>
              </a:defRPr>
            </a:lvl5pPr>
            <a:lvl6pPr marL="1676324" indent="0">
              <a:buNone/>
              <a:defRPr sz="1173">
                <a:solidFill>
                  <a:schemeClr val="tx1">
                    <a:tint val="75000"/>
                  </a:schemeClr>
                </a:solidFill>
              </a:defRPr>
            </a:lvl6pPr>
            <a:lvl7pPr marL="2011589" indent="0">
              <a:buNone/>
              <a:defRPr sz="1173">
                <a:solidFill>
                  <a:schemeClr val="tx1">
                    <a:tint val="75000"/>
                  </a:schemeClr>
                </a:solidFill>
              </a:defRPr>
            </a:lvl7pPr>
            <a:lvl8pPr marL="2346853" indent="0">
              <a:buNone/>
              <a:defRPr sz="1173">
                <a:solidFill>
                  <a:schemeClr val="tx1">
                    <a:tint val="75000"/>
                  </a:schemeClr>
                </a:solidFill>
              </a:defRPr>
            </a:lvl8pPr>
            <a:lvl9pPr marL="2682118" indent="0">
              <a:buNone/>
              <a:defRPr sz="117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E0B3A4-5234-2B4F-BC1D-2493B47E5D8C}" type="datetimeFigureOut">
              <a:rPr lang="en-US" smtClean="0"/>
              <a:t>5/8/24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BCB8AE-4E15-F44D-877D-40B069A650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53331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4353" y="1338792"/>
            <a:ext cx="3303270" cy="31909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34778" y="1338792"/>
            <a:ext cx="3303270" cy="31909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E0B3A4-5234-2B4F-BC1D-2493B47E5D8C}" type="datetimeFigureOut">
              <a:rPr lang="en-US" smtClean="0"/>
              <a:t>5/8/24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BCB8AE-4E15-F44D-877D-40B069A650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55436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267759"/>
            <a:ext cx="6703695" cy="97208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5366" y="1232853"/>
            <a:ext cx="3288089" cy="604202"/>
          </a:xfrm>
        </p:spPr>
        <p:txBody>
          <a:bodyPr anchor="b"/>
          <a:lstStyle>
            <a:lvl1pPr marL="0" indent="0">
              <a:buNone/>
              <a:defRPr sz="1760" b="1"/>
            </a:lvl1pPr>
            <a:lvl2pPr marL="335265" indent="0">
              <a:buNone/>
              <a:defRPr sz="1467" b="1"/>
            </a:lvl2pPr>
            <a:lvl3pPr marL="670530" indent="0">
              <a:buNone/>
              <a:defRPr sz="1320" b="1"/>
            </a:lvl3pPr>
            <a:lvl4pPr marL="1005794" indent="0">
              <a:buNone/>
              <a:defRPr sz="1173" b="1"/>
            </a:lvl4pPr>
            <a:lvl5pPr marL="1341059" indent="0">
              <a:buNone/>
              <a:defRPr sz="1173" b="1"/>
            </a:lvl5pPr>
            <a:lvl6pPr marL="1676324" indent="0">
              <a:buNone/>
              <a:defRPr sz="1173" b="1"/>
            </a:lvl6pPr>
            <a:lvl7pPr marL="2011589" indent="0">
              <a:buNone/>
              <a:defRPr sz="1173" b="1"/>
            </a:lvl7pPr>
            <a:lvl8pPr marL="2346853" indent="0">
              <a:buNone/>
              <a:defRPr sz="1173" b="1"/>
            </a:lvl8pPr>
            <a:lvl9pPr marL="2682118" indent="0">
              <a:buNone/>
              <a:defRPr sz="117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5366" y="1837055"/>
            <a:ext cx="3288089" cy="270203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34778" y="1232853"/>
            <a:ext cx="3304282" cy="604202"/>
          </a:xfrm>
        </p:spPr>
        <p:txBody>
          <a:bodyPr anchor="b"/>
          <a:lstStyle>
            <a:lvl1pPr marL="0" indent="0">
              <a:buNone/>
              <a:defRPr sz="1760" b="1"/>
            </a:lvl1pPr>
            <a:lvl2pPr marL="335265" indent="0">
              <a:buNone/>
              <a:defRPr sz="1467" b="1"/>
            </a:lvl2pPr>
            <a:lvl3pPr marL="670530" indent="0">
              <a:buNone/>
              <a:defRPr sz="1320" b="1"/>
            </a:lvl3pPr>
            <a:lvl4pPr marL="1005794" indent="0">
              <a:buNone/>
              <a:defRPr sz="1173" b="1"/>
            </a:lvl4pPr>
            <a:lvl5pPr marL="1341059" indent="0">
              <a:buNone/>
              <a:defRPr sz="1173" b="1"/>
            </a:lvl5pPr>
            <a:lvl6pPr marL="1676324" indent="0">
              <a:buNone/>
              <a:defRPr sz="1173" b="1"/>
            </a:lvl6pPr>
            <a:lvl7pPr marL="2011589" indent="0">
              <a:buNone/>
              <a:defRPr sz="1173" b="1"/>
            </a:lvl7pPr>
            <a:lvl8pPr marL="2346853" indent="0">
              <a:buNone/>
              <a:defRPr sz="1173" b="1"/>
            </a:lvl8pPr>
            <a:lvl9pPr marL="2682118" indent="0">
              <a:buNone/>
              <a:defRPr sz="117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934778" y="1837055"/>
            <a:ext cx="3304282" cy="270203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E0B3A4-5234-2B4F-BC1D-2493B47E5D8C}" type="datetimeFigureOut">
              <a:rPr lang="en-US" smtClean="0"/>
              <a:t>5/8/24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BCB8AE-4E15-F44D-877D-40B069A650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25619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E0B3A4-5234-2B4F-BC1D-2493B47E5D8C}" type="datetimeFigureOut">
              <a:rPr lang="en-US" smtClean="0"/>
              <a:t>5/8/24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BCB8AE-4E15-F44D-877D-40B069A650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08715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E0B3A4-5234-2B4F-BC1D-2493B47E5D8C}" type="datetimeFigureOut">
              <a:rPr lang="en-US" smtClean="0"/>
              <a:t>5/8/24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BCB8AE-4E15-F44D-877D-40B069A650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19240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335280"/>
            <a:ext cx="2506801" cy="1173480"/>
          </a:xfrm>
        </p:spPr>
        <p:txBody>
          <a:bodyPr anchor="b"/>
          <a:lstStyle>
            <a:lvl1pPr>
              <a:defRPr sz="234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04282" y="724113"/>
            <a:ext cx="3934778" cy="3573992"/>
          </a:xfrm>
        </p:spPr>
        <p:txBody>
          <a:bodyPr/>
          <a:lstStyle>
            <a:lvl1pPr>
              <a:defRPr sz="2347"/>
            </a:lvl1pPr>
            <a:lvl2pPr>
              <a:defRPr sz="2053"/>
            </a:lvl2pPr>
            <a:lvl3pPr>
              <a:defRPr sz="1760"/>
            </a:lvl3pPr>
            <a:lvl4pPr>
              <a:defRPr sz="1467"/>
            </a:lvl4pPr>
            <a:lvl5pPr>
              <a:defRPr sz="1467"/>
            </a:lvl5pPr>
            <a:lvl6pPr>
              <a:defRPr sz="1467"/>
            </a:lvl6pPr>
            <a:lvl7pPr>
              <a:defRPr sz="1467"/>
            </a:lvl7pPr>
            <a:lvl8pPr>
              <a:defRPr sz="1467"/>
            </a:lvl8pPr>
            <a:lvl9pPr>
              <a:defRPr sz="14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5365" y="1508760"/>
            <a:ext cx="2506801" cy="2795165"/>
          </a:xfrm>
        </p:spPr>
        <p:txBody>
          <a:bodyPr/>
          <a:lstStyle>
            <a:lvl1pPr marL="0" indent="0">
              <a:buNone/>
              <a:defRPr sz="1173"/>
            </a:lvl1pPr>
            <a:lvl2pPr marL="335265" indent="0">
              <a:buNone/>
              <a:defRPr sz="1027"/>
            </a:lvl2pPr>
            <a:lvl3pPr marL="670530" indent="0">
              <a:buNone/>
              <a:defRPr sz="880"/>
            </a:lvl3pPr>
            <a:lvl4pPr marL="1005794" indent="0">
              <a:buNone/>
              <a:defRPr sz="733"/>
            </a:lvl4pPr>
            <a:lvl5pPr marL="1341059" indent="0">
              <a:buNone/>
              <a:defRPr sz="733"/>
            </a:lvl5pPr>
            <a:lvl6pPr marL="1676324" indent="0">
              <a:buNone/>
              <a:defRPr sz="733"/>
            </a:lvl6pPr>
            <a:lvl7pPr marL="2011589" indent="0">
              <a:buNone/>
              <a:defRPr sz="733"/>
            </a:lvl7pPr>
            <a:lvl8pPr marL="2346853" indent="0">
              <a:buNone/>
              <a:defRPr sz="733"/>
            </a:lvl8pPr>
            <a:lvl9pPr marL="2682118" indent="0">
              <a:buNone/>
              <a:defRPr sz="7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E0B3A4-5234-2B4F-BC1D-2493B47E5D8C}" type="datetimeFigureOut">
              <a:rPr lang="en-US" smtClean="0"/>
              <a:t>5/8/24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BCB8AE-4E15-F44D-877D-40B069A650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7763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335280"/>
            <a:ext cx="2506801" cy="1173480"/>
          </a:xfrm>
        </p:spPr>
        <p:txBody>
          <a:bodyPr anchor="b"/>
          <a:lstStyle>
            <a:lvl1pPr>
              <a:defRPr sz="234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304282" y="724113"/>
            <a:ext cx="3934778" cy="3573992"/>
          </a:xfrm>
        </p:spPr>
        <p:txBody>
          <a:bodyPr anchor="t"/>
          <a:lstStyle>
            <a:lvl1pPr marL="0" indent="0">
              <a:buNone/>
              <a:defRPr sz="2347"/>
            </a:lvl1pPr>
            <a:lvl2pPr marL="335265" indent="0">
              <a:buNone/>
              <a:defRPr sz="2053"/>
            </a:lvl2pPr>
            <a:lvl3pPr marL="670530" indent="0">
              <a:buNone/>
              <a:defRPr sz="1760"/>
            </a:lvl3pPr>
            <a:lvl4pPr marL="1005794" indent="0">
              <a:buNone/>
              <a:defRPr sz="1467"/>
            </a:lvl4pPr>
            <a:lvl5pPr marL="1341059" indent="0">
              <a:buNone/>
              <a:defRPr sz="1467"/>
            </a:lvl5pPr>
            <a:lvl6pPr marL="1676324" indent="0">
              <a:buNone/>
              <a:defRPr sz="1467"/>
            </a:lvl6pPr>
            <a:lvl7pPr marL="2011589" indent="0">
              <a:buNone/>
              <a:defRPr sz="1467"/>
            </a:lvl7pPr>
            <a:lvl8pPr marL="2346853" indent="0">
              <a:buNone/>
              <a:defRPr sz="1467"/>
            </a:lvl8pPr>
            <a:lvl9pPr marL="2682118" indent="0">
              <a:buNone/>
              <a:defRPr sz="1467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5365" y="1508760"/>
            <a:ext cx="2506801" cy="2795165"/>
          </a:xfrm>
        </p:spPr>
        <p:txBody>
          <a:bodyPr/>
          <a:lstStyle>
            <a:lvl1pPr marL="0" indent="0">
              <a:buNone/>
              <a:defRPr sz="1173"/>
            </a:lvl1pPr>
            <a:lvl2pPr marL="335265" indent="0">
              <a:buNone/>
              <a:defRPr sz="1027"/>
            </a:lvl2pPr>
            <a:lvl3pPr marL="670530" indent="0">
              <a:buNone/>
              <a:defRPr sz="880"/>
            </a:lvl3pPr>
            <a:lvl4pPr marL="1005794" indent="0">
              <a:buNone/>
              <a:defRPr sz="733"/>
            </a:lvl4pPr>
            <a:lvl5pPr marL="1341059" indent="0">
              <a:buNone/>
              <a:defRPr sz="733"/>
            </a:lvl5pPr>
            <a:lvl6pPr marL="1676324" indent="0">
              <a:buNone/>
              <a:defRPr sz="733"/>
            </a:lvl6pPr>
            <a:lvl7pPr marL="2011589" indent="0">
              <a:buNone/>
              <a:defRPr sz="733"/>
            </a:lvl7pPr>
            <a:lvl8pPr marL="2346853" indent="0">
              <a:buNone/>
              <a:defRPr sz="733"/>
            </a:lvl8pPr>
            <a:lvl9pPr marL="2682118" indent="0">
              <a:buNone/>
              <a:defRPr sz="7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E0B3A4-5234-2B4F-BC1D-2493B47E5D8C}" type="datetimeFigureOut">
              <a:rPr lang="en-US" smtClean="0"/>
              <a:t>5/8/24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BCB8AE-4E15-F44D-877D-40B069A650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77000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E0B3A4-5234-2B4F-BC1D-2493B47E5D8C}" type="datetimeFigureOut">
              <a:rPr lang="en-US" smtClean="0"/>
              <a:t>5/8/24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BCB8AE-4E15-F44D-877D-40B069A650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09873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562124" y="267758"/>
            <a:ext cx="1675924" cy="426201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4353" y="267758"/>
            <a:ext cx="4930616" cy="426201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E0B3A4-5234-2B4F-BC1D-2493B47E5D8C}" type="datetimeFigureOut">
              <a:rPr lang="en-US" smtClean="0"/>
              <a:t>5/8/24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BCB8AE-4E15-F44D-877D-40B069A650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63630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34353" y="267759"/>
            <a:ext cx="6703695" cy="9720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4353" y="1338792"/>
            <a:ext cx="6703695" cy="31909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34353" y="4661325"/>
            <a:ext cx="1748790" cy="26775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E0B3A4-5234-2B4F-BC1D-2493B47E5D8C}" type="datetimeFigureOut">
              <a:rPr lang="en-US" smtClean="0"/>
              <a:t>5/8/24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4608" y="4661325"/>
            <a:ext cx="2623185" cy="26775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489258" y="4661325"/>
            <a:ext cx="1748790" cy="26775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BCB8AE-4E15-F44D-877D-40B069A650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5557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670530" rtl="0" eaLnBrk="1" latinLnBrk="0" hangingPunct="1">
        <a:lnSpc>
          <a:spcPct val="90000"/>
        </a:lnSpc>
        <a:spcBef>
          <a:spcPct val="0"/>
        </a:spcBef>
        <a:buNone/>
        <a:defRPr sz="322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67632" indent="-167632" algn="l" defTabSz="670530" rtl="0" eaLnBrk="1" latinLnBrk="0" hangingPunct="1">
        <a:lnSpc>
          <a:spcPct val="90000"/>
        </a:lnSpc>
        <a:spcBef>
          <a:spcPts val="733"/>
        </a:spcBef>
        <a:buFont typeface="Arial" panose="020B0604020202020204" pitchFamily="34" charset="0"/>
        <a:buChar char="•"/>
        <a:defRPr sz="2053" kern="1200">
          <a:solidFill>
            <a:schemeClr val="tx1"/>
          </a:solidFill>
          <a:latin typeface="+mn-lt"/>
          <a:ea typeface="+mn-ea"/>
          <a:cs typeface="+mn-cs"/>
        </a:defRPr>
      </a:lvl1pPr>
      <a:lvl2pPr marL="502897" indent="-167632" algn="l" defTabSz="670530" rtl="0" eaLnBrk="1" latinLnBrk="0" hangingPunct="1">
        <a:lnSpc>
          <a:spcPct val="90000"/>
        </a:lnSpc>
        <a:spcBef>
          <a:spcPts val="367"/>
        </a:spcBef>
        <a:buFont typeface="Arial" panose="020B0604020202020204" pitchFamily="34" charset="0"/>
        <a:buChar char="•"/>
        <a:defRPr sz="1760" kern="1200">
          <a:solidFill>
            <a:schemeClr val="tx1"/>
          </a:solidFill>
          <a:latin typeface="+mn-lt"/>
          <a:ea typeface="+mn-ea"/>
          <a:cs typeface="+mn-cs"/>
        </a:defRPr>
      </a:lvl2pPr>
      <a:lvl3pPr marL="838162" indent="-167632" algn="l" defTabSz="670530" rtl="0" eaLnBrk="1" latinLnBrk="0" hangingPunct="1">
        <a:lnSpc>
          <a:spcPct val="90000"/>
        </a:lnSpc>
        <a:spcBef>
          <a:spcPts val="367"/>
        </a:spcBef>
        <a:buFont typeface="Arial" panose="020B0604020202020204" pitchFamily="34" charset="0"/>
        <a:buChar char="•"/>
        <a:defRPr sz="1467" kern="1200">
          <a:solidFill>
            <a:schemeClr val="tx1"/>
          </a:solidFill>
          <a:latin typeface="+mn-lt"/>
          <a:ea typeface="+mn-ea"/>
          <a:cs typeface="+mn-cs"/>
        </a:defRPr>
      </a:lvl3pPr>
      <a:lvl4pPr marL="1173427" indent="-167632" algn="l" defTabSz="670530" rtl="0" eaLnBrk="1" latinLnBrk="0" hangingPunct="1">
        <a:lnSpc>
          <a:spcPct val="90000"/>
        </a:lnSpc>
        <a:spcBef>
          <a:spcPts val="367"/>
        </a:spcBef>
        <a:buFont typeface="Arial" panose="020B0604020202020204" pitchFamily="34" charset="0"/>
        <a:buChar char="•"/>
        <a:defRPr sz="1320" kern="1200">
          <a:solidFill>
            <a:schemeClr val="tx1"/>
          </a:solidFill>
          <a:latin typeface="+mn-lt"/>
          <a:ea typeface="+mn-ea"/>
          <a:cs typeface="+mn-cs"/>
        </a:defRPr>
      </a:lvl4pPr>
      <a:lvl5pPr marL="1508691" indent="-167632" algn="l" defTabSz="670530" rtl="0" eaLnBrk="1" latinLnBrk="0" hangingPunct="1">
        <a:lnSpc>
          <a:spcPct val="90000"/>
        </a:lnSpc>
        <a:spcBef>
          <a:spcPts val="367"/>
        </a:spcBef>
        <a:buFont typeface="Arial" panose="020B0604020202020204" pitchFamily="34" charset="0"/>
        <a:buChar char="•"/>
        <a:defRPr sz="1320" kern="1200">
          <a:solidFill>
            <a:schemeClr val="tx1"/>
          </a:solidFill>
          <a:latin typeface="+mn-lt"/>
          <a:ea typeface="+mn-ea"/>
          <a:cs typeface="+mn-cs"/>
        </a:defRPr>
      </a:lvl5pPr>
      <a:lvl6pPr marL="1843956" indent="-167632" algn="l" defTabSz="670530" rtl="0" eaLnBrk="1" latinLnBrk="0" hangingPunct="1">
        <a:lnSpc>
          <a:spcPct val="90000"/>
        </a:lnSpc>
        <a:spcBef>
          <a:spcPts val="367"/>
        </a:spcBef>
        <a:buFont typeface="Arial" panose="020B0604020202020204" pitchFamily="34" charset="0"/>
        <a:buChar char="•"/>
        <a:defRPr sz="1320" kern="1200">
          <a:solidFill>
            <a:schemeClr val="tx1"/>
          </a:solidFill>
          <a:latin typeface="+mn-lt"/>
          <a:ea typeface="+mn-ea"/>
          <a:cs typeface="+mn-cs"/>
        </a:defRPr>
      </a:lvl6pPr>
      <a:lvl7pPr marL="2179221" indent="-167632" algn="l" defTabSz="670530" rtl="0" eaLnBrk="1" latinLnBrk="0" hangingPunct="1">
        <a:lnSpc>
          <a:spcPct val="90000"/>
        </a:lnSpc>
        <a:spcBef>
          <a:spcPts val="367"/>
        </a:spcBef>
        <a:buFont typeface="Arial" panose="020B0604020202020204" pitchFamily="34" charset="0"/>
        <a:buChar char="•"/>
        <a:defRPr sz="1320" kern="1200">
          <a:solidFill>
            <a:schemeClr val="tx1"/>
          </a:solidFill>
          <a:latin typeface="+mn-lt"/>
          <a:ea typeface="+mn-ea"/>
          <a:cs typeface="+mn-cs"/>
        </a:defRPr>
      </a:lvl7pPr>
      <a:lvl8pPr marL="2514486" indent="-167632" algn="l" defTabSz="670530" rtl="0" eaLnBrk="1" latinLnBrk="0" hangingPunct="1">
        <a:lnSpc>
          <a:spcPct val="90000"/>
        </a:lnSpc>
        <a:spcBef>
          <a:spcPts val="367"/>
        </a:spcBef>
        <a:buFont typeface="Arial" panose="020B0604020202020204" pitchFamily="34" charset="0"/>
        <a:buChar char="•"/>
        <a:defRPr sz="1320" kern="1200">
          <a:solidFill>
            <a:schemeClr val="tx1"/>
          </a:solidFill>
          <a:latin typeface="+mn-lt"/>
          <a:ea typeface="+mn-ea"/>
          <a:cs typeface="+mn-cs"/>
        </a:defRPr>
      </a:lvl8pPr>
      <a:lvl9pPr marL="2849750" indent="-167632" algn="l" defTabSz="670530" rtl="0" eaLnBrk="1" latinLnBrk="0" hangingPunct="1">
        <a:lnSpc>
          <a:spcPct val="90000"/>
        </a:lnSpc>
        <a:spcBef>
          <a:spcPts val="367"/>
        </a:spcBef>
        <a:buFont typeface="Arial" panose="020B0604020202020204" pitchFamily="34" charset="0"/>
        <a:buChar char="•"/>
        <a:defRPr sz="132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70530" rtl="0" eaLnBrk="1" latinLnBrk="0" hangingPunct="1">
        <a:defRPr sz="1320" kern="1200">
          <a:solidFill>
            <a:schemeClr val="tx1"/>
          </a:solidFill>
          <a:latin typeface="+mn-lt"/>
          <a:ea typeface="+mn-ea"/>
          <a:cs typeface="+mn-cs"/>
        </a:defRPr>
      </a:lvl1pPr>
      <a:lvl2pPr marL="335265" algn="l" defTabSz="670530" rtl="0" eaLnBrk="1" latinLnBrk="0" hangingPunct="1">
        <a:defRPr sz="1320" kern="1200">
          <a:solidFill>
            <a:schemeClr val="tx1"/>
          </a:solidFill>
          <a:latin typeface="+mn-lt"/>
          <a:ea typeface="+mn-ea"/>
          <a:cs typeface="+mn-cs"/>
        </a:defRPr>
      </a:lvl2pPr>
      <a:lvl3pPr marL="670530" algn="l" defTabSz="670530" rtl="0" eaLnBrk="1" latinLnBrk="0" hangingPunct="1">
        <a:defRPr sz="1320" kern="1200">
          <a:solidFill>
            <a:schemeClr val="tx1"/>
          </a:solidFill>
          <a:latin typeface="+mn-lt"/>
          <a:ea typeface="+mn-ea"/>
          <a:cs typeface="+mn-cs"/>
        </a:defRPr>
      </a:lvl3pPr>
      <a:lvl4pPr marL="1005794" algn="l" defTabSz="670530" rtl="0" eaLnBrk="1" latinLnBrk="0" hangingPunct="1">
        <a:defRPr sz="1320" kern="1200">
          <a:solidFill>
            <a:schemeClr val="tx1"/>
          </a:solidFill>
          <a:latin typeface="+mn-lt"/>
          <a:ea typeface="+mn-ea"/>
          <a:cs typeface="+mn-cs"/>
        </a:defRPr>
      </a:lvl4pPr>
      <a:lvl5pPr marL="1341059" algn="l" defTabSz="670530" rtl="0" eaLnBrk="1" latinLnBrk="0" hangingPunct="1">
        <a:defRPr sz="1320" kern="1200">
          <a:solidFill>
            <a:schemeClr val="tx1"/>
          </a:solidFill>
          <a:latin typeface="+mn-lt"/>
          <a:ea typeface="+mn-ea"/>
          <a:cs typeface="+mn-cs"/>
        </a:defRPr>
      </a:lvl5pPr>
      <a:lvl6pPr marL="1676324" algn="l" defTabSz="670530" rtl="0" eaLnBrk="1" latinLnBrk="0" hangingPunct="1">
        <a:defRPr sz="1320" kern="1200">
          <a:solidFill>
            <a:schemeClr val="tx1"/>
          </a:solidFill>
          <a:latin typeface="+mn-lt"/>
          <a:ea typeface="+mn-ea"/>
          <a:cs typeface="+mn-cs"/>
        </a:defRPr>
      </a:lvl6pPr>
      <a:lvl7pPr marL="2011589" algn="l" defTabSz="670530" rtl="0" eaLnBrk="1" latinLnBrk="0" hangingPunct="1">
        <a:defRPr sz="1320" kern="1200">
          <a:solidFill>
            <a:schemeClr val="tx1"/>
          </a:solidFill>
          <a:latin typeface="+mn-lt"/>
          <a:ea typeface="+mn-ea"/>
          <a:cs typeface="+mn-cs"/>
        </a:defRPr>
      </a:lvl7pPr>
      <a:lvl8pPr marL="2346853" algn="l" defTabSz="670530" rtl="0" eaLnBrk="1" latinLnBrk="0" hangingPunct="1">
        <a:defRPr sz="1320" kern="1200">
          <a:solidFill>
            <a:schemeClr val="tx1"/>
          </a:solidFill>
          <a:latin typeface="+mn-lt"/>
          <a:ea typeface="+mn-ea"/>
          <a:cs typeface="+mn-cs"/>
        </a:defRPr>
      </a:lvl8pPr>
      <a:lvl9pPr marL="2682118" algn="l" defTabSz="670530" rtl="0" eaLnBrk="1" latinLnBrk="0" hangingPunct="1">
        <a:defRPr sz="13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BC71AA5E-080C-8204-9F62-094EE6055302}"/>
              </a:ext>
            </a:extLst>
          </p:cNvPr>
          <p:cNvSpPr/>
          <p:nvPr/>
        </p:nvSpPr>
        <p:spPr>
          <a:xfrm>
            <a:off x="1" y="0"/>
            <a:ext cx="4000497" cy="5029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93D08A8-7264-6A20-CD2B-8EE63A21642A}"/>
              </a:ext>
            </a:extLst>
          </p:cNvPr>
          <p:cNvSpPr/>
          <p:nvPr/>
        </p:nvSpPr>
        <p:spPr>
          <a:xfrm>
            <a:off x="4000499" y="0"/>
            <a:ext cx="3771901" cy="5029200"/>
          </a:xfrm>
          <a:prstGeom prst="rect">
            <a:avLst/>
          </a:prstGeom>
          <a:solidFill>
            <a:srgbClr val="99B3B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A qr code on a white background&#10;&#10;Description automatically generated">
            <a:extLst>
              <a:ext uri="{FF2B5EF4-FFF2-40B4-BE49-F238E27FC236}">
                <a16:creationId xmlns:a16="http://schemas.microsoft.com/office/drawing/2014/main" id="{73F8486D-96A8-AB3B-D5EC-58F75CFBDB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0637" y="2907566"/>
            <a:ext cx="1619222" cy="161922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5F7079E-2911-B9F1-28E1-8DAB3C19E928}"/>
              </a:ext>
            </a:extLst>
          </p:cNvPr>
          <p:cNvSpPr txBox="1"/>
          <p:nvPr/>
        </p:nvSpPr>
        <p:spPr>
          <a:xfrm>
            <a:off x="409495" y="371292"/>
            <a:ext cx="3181507" cy="17927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1200"/>
              </a:spcAft>
            </a:pPr>
            <a:r>
              <a:rPr lang="en-US" sz="6000" b="1" dirty="0">
                <a:latin typeface="Helvetica" pitchFamily="2" charset="0"/>
              </a:rPr>
              <a:t>Trigram</a:t>
            </a:r>
            <a:endParaRPr lang="en-US" sz="5400" b="1" dirty="0">
              <a:latin typeface="Helvetica" pitchFamily="2" charset="0"/>
            </a:endParaRPr>
          </a:p>
          <a:p>
            <a:pPr algn="ctr">
              <a:spcAft>
                <a:spcPts val="300"/>
              </a:spcAft>
            </a:pPr>
            <a:r>
              <a:rPr lang="en-US" sz="2400" b="1" dirty="0">
                <a:latin typeface="Helvetica" pitchFamily="2" charset="0"/>
              </a:rPr>
              <a:t>a word game </a:t>
            </a:r>
          </a:p>
          <a:p>
            <a:pPr algn="ctr"/>
            <a:r>
              <a:rPr lang="en-US" sz="1400" i="1" dirty="0">
                <a:latin typeface="Helvetica" pitchFamily="2" charset="0"/>
              </a:rPr>
              <a:t>made here in Chelmsford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30D31D7-0FF3-86AC-90E4-5DABD940B341}"/>
              </a:ext>
            </a:extLst>
          </p:cNvPr>
          <p:cNvSpPr txBox="1"/>
          <p:nvPr/>
        </p:nvSpPr>
        <p:spPr>
          <a:xfrm>
            <a:off x="409495" y="4560418"/>
            <a:ext cx="318150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Helvetica" pitchFamily="2" charset="0"/>
              </a:rPr>
              <a:t>http://trigram.netlify.app</a:t>
            </a:r>
          </a:p>
        </p:txBody>
      </p:sp>
      <p:pic>
        <p:nvPicPr>
          <p:cNvPr id="15" name="Picture 14" descr="A screenshot of a cell phone&#10;&#10;Description automatically generated">
            <a:extLst>
              <a:ext uri="{FF2B5EF4-FFF2-40B4-BE49-F238E27FC236}">
                <a16:creationId xmlns:a16="http://schemas.microsoft.com/office/drawing/2014/main" id="{4404C91B-1B84-AF98-BF7F-FA4166D5A8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0500" y="31750"/>
            <a:ext cx="3771900" cy="496570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2D20ECE1-B830-E804-801F-012803CC1CCB}"/>
              </a:ext>
            </a:extLst>
          </p:cNvPr>
          <p:cNvSpPr txBox="1"/>
          <p:nvPr/>
        </p:nvSpPr>
        <p:spPr>
          <a:xfrm>
            <a:off x="1032004" y="2535382"/>
            <a:ext cx="193648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latin typeface="Helvetica" pitchFamily="2" charset="0"/>
              </a:rPr>
              <a:t>Play for free here:</a:t>
            </a:r>
          </a:p>
        </p:txBody>
      </p:sp>
    </p:spTree>
    <p:extLst>
      <p:ext uri="{BB962C8B-B14F-4D97-AF65-F5344CB8AC3E}">
        <p14:creationId xmlns:p14="http://schemas.microsoft.com/office/powerpoint/2010/main" val="8424149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BC71AA5E-080C-8204-9F62-094EE6055302}"/>
              </a:ext>
            </a:extLst>
          </p:cNvPr>
          <p:cNvSpPr/>
          <p:nvPr/>
        </p:nvSpPr>
        <p:spPr>
          <a:xfrm>
            <a:off x="1" y="0"/>
            <a:ext cx="4000497" cy="5029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93D08A8-7264-6A20-CD2B-8EE63A21642A}"/>
              </a:ext>
            </a:extLst>
          </p:cNvPr>
          <p:cNvSpPr/>
          <p:nvPr/>
        </p:nvSpPr>
        <p:spPr>
          <a:xfrm>
            <a:off x="4000499" y="0"/>
            <a:ext cx="3771901" cy="5029200"/>
          </a:xfrm>
          <a:prstGeom prst="rect">
            <a:avLst/>
          </a:prstGeom>
          <a:solidFill>
            <a:srgbClr val="99B3B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A qr code on a white background&#10;&#10;Description automatically generated">
            <a:extLst>
              <a:ext uri="{FF2B5EF4-FFF2-40B4-BE49-F238E27FC236}">
                <a16:creationId xmlns:a16="http://schemas.microsoft.com/office/drawing/2014/main" id="{73F8486D-96A8-AB3B-D5EC-58F75CFBDB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0637" y="2907566"/>
            <a:ext cx="1619222" cy="161922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5F7079E-2911-B9F1-28E1-8DAB3C19E928}"/>
              </a:ext>
            </a:extLst>
          </p:cNvPr>
          <p:cNvSpPr txBox="1"/>
          <p:nvPr/>
        </p:nvSpPr>
        <p:spPr>
          <a:xfrm>
            <a:off x="409495" y="371292"/>
            <a:ext cx="3181507" cy="17927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1200"/>
              </a:spcAft>
            </a:pPr>
            <a:r>
              <a:rPr lang="en-US" sz="6000" b="1" dirty="0">
                <a:solidFill>
                  <a:srgbClr val="99B3B4"/>
                </a:solidFill>
                <a:latin typeface="Helvetica" pitchFamily="2" charset="0"/>
              </a:rPr>
              <a:t>Trigram</a:t>
            </a:r>
            <a:endParaRPr lang="en-US" sz="5400" b="1" dirty="0">
              <a:solidFill>
                <a:srgbClr val="99B3B4"/>
              </a:solidFill>
              <a:latin typeface="Helvetica" pitchFamily="2" charset="0"/>
            </a:endParaRPr>
          </a:p>
          <a:p>
            <a:pPr algn="ctr">
              <a:spcAft>
                <a:spcPts val="300"/>
              </a:spcAft>
            </a:pPr>
            <a:r>
              <a:rPr lang="en-US" sz="2400" b="1" dirty="0">
                <a:latin typeface="Helvetica" pitchFamily="2" charset="0"/>
              </a:rPr>
              <a:t>a word game </a:t>
            </a:r>
          </a:p>
          <a:p>
            <a:pPr algn="ctr"/>
            <a:r>
              <a:rPr lang="en-US" sz="1400" i="1" dirty="0">
                <a:latin typeface="Helvetica" pitchFamily="2" charset="0"/>
              </a:rPr>
              <a:t>made here in Chelmsford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30D31D7-0FF3-86AC-90E4-5DABD940B341}"/>
              </a:ext>
            </a:extLst>
          </p:cNvPr>
          <p:cNvSpPr txBox="1"/>
          <p:nvPr/>
        </p:nvSpPr>
        <p:spPr>
          <a:xfrm>
            <a:off x="409495" y="4560418"/>
            <a:ext cx="318150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Helvetica" pitchFamily="2" charset="0"/>
              </a:rPr>
              <a:t>http://trigram.netlify.app</a:t>
            </a:r>
          </a:p>
        </p:txBody>
      </p:sp>
      <p:pic>
        <p:nvPicPr>
          <p:cNvPr id="15" name="Picture 14" descr="A screenshot of a cell phone&#10;&#10;Description automatically generated">
            <a:extLst>
              <a:ext uri="{FF2B5EF4-FFF2-40B4-BE49-F238E27FC236}">
                <a16:creationId xmlns:a16="http://schemas.microsoft.com/office/drawing/2014/main" id="{4404C91B-1B84-AF98-BF7F-FA4166D5A8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0500" y="31750"/>
            <a:ext cx="3771900" cy="496570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2D20ECE1-B830-E804-801F-012803CC1CCB}"/>
              </a:ext>
            </a:extLst>
          </p:cNvPr>
          <p:cNvSpPr txBox="1"/>
          <p:nvPr/>
        </p:nvSpPr>
        <p:spPr>
          <a:xfrm>
            <a:off x="1032004" y="2535382"/>
            <a:ext cx="193648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latin typeface="Helvetica" pitchFamily="2" charset="0"/>
              </a:rPr>
              <a:t>Play for free here:</a:t>
            </a:r>
          </a:p>
        </p:txBody>
      </p:sp>
    </p:spTree>
    <p:extLst>
      <p:ext uri="{BB962C8B-B14F-4D97-AF65-F5344CB8AC3E}">
        <p14:creationId xmlns:p14="http://schemas.microsoft.com/office/powerpoint/2010/main" val="4654298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BC71AA5E-080C-8204-9F62-094EE6055302}"/>
              </a:ext>
            </a:extLst>
          </p:cNvPr>
          <p:cNvSpPr/>
          <p:nvPr/>
        </p:nvSpPr>
        <p:spPr>
          <a:xfrm>
            <a:off x="1" y="0"/>
            <a:ext cx="4000497" cy="5029200"/>
          </a:xfrm>
          <a:prstGeom prst="rect">
            <a:avLst/>
          </a:prstGeom>
          <a:solidFill>
            <a:srgbClr val="41585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93D08A8-7264-6A20-CD2B-8EE63A21642A}"/>
              </a:ext>
            </a:extLst>
          </p:cNvPr>
          <p:cNvSpPr/>
          <p:nvPr/>
        </p:nvSpPr>
        <p:spPr>
          <a:xfrm>
            <a:off x="4000499" y="0"/>
            <a:ext cx="3771901" cy="5029200"/>
          </a:xfrm>
          <a:prstGeom prst="rect">
            <a:avLst/>
          </a:prstGeom>
          <a:solidFill>
            <a:srgbClr val="99B3B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5F7079E-2911-B9F1-28E1-8DAB3C19E928}"/>
              </a:ext>
            </a:extLst>
          </p:cNvPr>
          <p:cNvSpPr txBox="1"/>
          <p:nvPr/>
        </p:nvSpPr>
        <p:spPr>
          <a:xfrm>
            <a:off x="409495" y="371292"/>
            <a:ext cx="3181507" cy="17927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1200"/>
              </a:spcAft>
            </a:pPr>
            <a:r>
              <a:rPr lang="en-US" sz="6000" b="1" dirty="0">
                <a:solidFill>
                  <a:schemeClr val="bg1"/>
                </a:solidFill>
                <a:latin typeface="Helvetica" pitchFamily="2" charset="0"/>
              </a:rPr>
              <a:t>Trigram</a:t>
            </a:r>
            <a:endParaRPr lang="en-US" sz="5400" b="1" dirty="0">
              <a:solidFill>
                <a:schemeClr val="bg1"/>
              </a:solidFill>
              <a:latin typeface="Helvetica" pitchFamily="2" charset="0"/>
            </a:endParaRPr>
          </a:p>
          <a:p>
            <a:pPr algn="ctr">
              <a:spcAft>
                <a:spcPts val="300"/>
              </a:spcAft>
            </a:pPr>
            <a:r>
              <a:rPr lang="en-US" sz="2400" b="1" dirty="0">
                <a:solidFill>
                  <a:schemeClr val="bg1"/>
                </a:solidFill>
                <a:latin typeface="Helvetica" pitchFamily="2" charset="0"/>
              </a:rPr>
              <a:t>a word game </a:t>
            </a:r>
          </a:p>
          <a:p>
            <a:pPr algn="ctr"/>
            <a:r>
              <a:rPr lang="en-US" sz="1400" i="1" dirty="0">
                <a:solidFill>
                  <a:srgbClr val="99B3B4"/>
                </a:solidFill>
                <a:latin typeface="Helvetica" pitchFamily="2" charset="0"/>
              </a:rPr>
              <a:t>made here in Chelmsford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30D31D7-0FF3-86AC-90E4-5DABD940B341}"/>
              </a:ext>
            </a:extLst>
          </p:cNvPr>
          <p:cNvSpPr txBox="1"/>
          <p:nvPr/>
        </p:nvSpPr>
        <p:spPr>
          <a:xfrm>
            <a:off x="409495" y="4560418"/>
            <a:ext cx="318150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rgbClr val="99B3B4"/>
                </a:solidFill>
                <a:latin typeface="Helvetica" pitchFamily="2" charset="0"/>
              </a:rPr>
              <a:t>http://trigram.netlify.app</a:t>
            </a:r>
          </a:p>
        </p:txBody>
      </p:sp>
      <p:pic>
        <p:nvPicPr>
          <p:cNvPr id="15" name="Picture 14" descr="A screenshot of a cell phone&#10;&#10;Description automatically generated">
            <a:extLst>
              <a:ext uri="{FF2B5EF4-FFF2-40B4-BE49-F238E27FC236}">
                <a16:creationId xmlns:a16="http://schemas.microsoft.com/office/drawing/2014/main" id="{4404C91B-1B84-AF98-BF7F-FA4166D5A8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0500" y="31750"/>
            <a:ext cx="3771900" cy="4965700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2D20ECE1-B830-E804-801F-012803CC1CCB}"/>
              </a:ext>
            </a:extLst>
          </p:cNvPr>
          <p:cNvSpPr txBox="1"/>
          <p:nvPr/>
        </p:nvSpPr>
        <p:spPr>
          <a:xfrm>
            <a:off x="1032004" y="2535382"/>
            <a:ext cx="193648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  <a:latin typeface="Helvetica" pitchFamily="2" charset="0"/>
              </a:rPr>
              <a:t>Play for free here:</a:t>
            </a:r>
          </a:p>
        </p:txBody>
      </p:sp>
      <p:pic>
        <p:nvPicPr>
          <p:cNvPr id="4" name="Picture 3" descr="A qr code with a grey background&#10;&#10;Description automatically generated">
            <a:extLst>
              <a:ext uri="{FF2B5EF4-FFF2-40B4-BE49-F238E27FC236}">
                <a16:creationId xmlns:a16="http://schemas.microsoft.com/office/drawing/2014/main" id="{FD8FF235-2AA5-3572-3180-0EEDCE7F9E5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235" t="5929" r="5865" b="5139"/>
          <a:stretch/>
        </p:blipFill>
        <p:spPr>
          <a:xfrm>
            <a:off x="1188845" y="2873883"/>
            <a:ext cx="1622804" cy="1618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47366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BC71AA5E-080C-8204-9F62-094EE6055302}"/>
              </a:ext>
            </a:extLst>
          </p:cNvPr>
          <p:cNvSpPr/>
          <p:nvPr/>
        </p:nvSpPr>
        <p:spPr>
          <a:xfrm>
            <a:off x="1" y="0"/>
            <a:ext cx="4216399" cy="5029200"/>
          </a:xfrm>
          <a:prstGeom prst="rect">
            <a:avLst/>
          </a:prstGeom>
          <a:solidFill>
            <a:srgbClr val="263B3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93D08A8-7264-6A20-CD2B-8EE63A21642A}"/>
              </a:ext>
            </a:extLst>
          </p:cNvPr>
          <p:cNvSpPr/>
          <p:nvPr/>
        </p:nvSpPr>
        <p:spPr>
          <a:xfrm>
            <a:off x="4212264" y="0"/>
            <a:ext cx="3556000" cy="5029200"/>
          </a:xfrm>
          <a:prstGeom prst="rect">
            <a:avLst/>
          </a:prstGeom>
          <a:solidFill>
            <a:srgbClr val="263B3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 descr="A screenshot of a cell phone&#10;&#10;Description automatically generated">
            <a:extLst>
              <a:ext uri="{FF2B5EF4-FFF2-40B4-BE49-F238E27FC236}">
                <a16:creationId xmlns:a16="http://schemas.microsoft.com/office/drawing/2014/main" id="{4404C91B-1B84-AF98-BF7F-FA4166D5A86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397" r="4713"/>
          <a:stretch/>
        </p:blipFill>
        <p:spPr>
          <a:xfrm>
            <a:off x="4631998" y="543240"/>
            <a:ext cx="2676311" cy="3963777"/>
          </a:xfrm>
          <a:prstGeom prst="rect">
            <a:avLst/>
          </a:prstGeom>
          <a:solidFill>
            <a:schemeClr val="bg1"/>
          </a:solidFill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43C805EE-AE1C-E03E-49AB-8A62D01F392D}"/>
              </a:ext>
            </a:extLst>
          </p:cNvPr>
          <p:cNvGrpSpPr/>
          <p:nvPr/>
        </p:nvGrpSpPr>
        <p:grpSpPr>
          <a:xfrm>
            <a:off x="515379" y="348944"/>
            <a:ext cx="3181507" cy="4357409"/>
            <a:chOff x="610107" y="464744"/>
            <a:chExt cx="3181507" cy="4357409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45F7079E-2911-B9F1-28E1-8DAB3C19E928}"/>
                </a:ext>
              </a:extLst>
            </p:cNvPr>
            <p:cNvSpPr txBox="1"/>
            <p:nvPr/>
          </p:nvSpPr>
          <p:spPr>
            <a:xfrm>
              <a:off x="610107" y="464744"/>
              <a:ext cx="3181507" cy="17158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spcAft>
                  <a:spcPts val="600"/>
                </a:spcAft>
              </a:pPr>
              <a:r>
                <a:rPr lang="en-US" sz="6000" b="1" dirty="0">
                  <a:solidFill>
                    <a:schemeClr val="bg1"/>
                  </a:solidFill>
                  <a:latin typeface="Helvetica" pitchFamily="2" charset="0"/>
                </a:rPr>
                <a:t>Trigram</a:t>
              </a:r>
              <a:endParaRPr lang="en-US" sz="5400" b="1" dirty="0">
                <a:solidFill>
                  <a:schemeClr val="bg1"/>
                </a:solidFill>
                <a:latin typeface="Helvetica" pitchFamily="2" charset="0"/>
              </a:endParaRPr>
            </a:p>
            <a:p>
              <a:pPr algn="ctr">
                <a:spcAft>
                  <a:spcPts val="300"/>
                </a:spcAft>
              </a:pPr>
              <a:r>
                <a:rPr lang="en-US" sz="2400" b="1" dirty="0">
                  <a:solidFill>
                    <a:schemeClr val="bg1"/>
                  </a:solidFill>
                  <a:latin typeface="Helvetica" pitchFamily="2" charset="0"/>
                </a:rPr>
                <a:t>a word game </a:t>
              </a:r>
            </a:p>
            <a:p>
              <a:pPr algn="ctr"/>
              <a:r>
                <a:rPr lang="en-US" sz="1400" i="1" dirty="0">
                  <a:solidFill>
                    <a:srgbClr val="99B3B4"/>
                  </a:solidFill>
                  <a:latin typeface="Helvetica" pitchFamily="2" charset="0"/>
                </a:rPr>
                <a:t>made here in Chelmsford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530D31D7-0FF3-86AC-90E4-5DABD940B341}"/>
                </a:ext>
              </a:extLst>
            </p:cNvPr>
            <p:cNvSpPr txBox="1"/>
            <p:nvPr/>
          </p:nvSpPr>
          <p:spPr>
            <a:xfrm>
              <a:off x="610107" y="4514376"/>
              <a:ext cx="318150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solidFill>
                    <a:srgbClr val="99B3B4"/>
                  </a:solidFill>
                  <a:latin typeface="Helvetica" pitchFamily="2" charset="0"/>
                </a:rPr>
                <a:t>http://trigram.netlify.app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2D20ECE1-B830-E804-801F-012803CC1CCB}"/>
                </a:ext>
              </a:extLst>
            </p:cNvPr>
            <p:cNvSpPr txBox="1"/>
            <p:nvPr/>
          </p:nvSpPr>
          <p:spPr>
            <a:xfrm>
              <a:off x="1236753" y="2526557"/>
              <a:ext cx="1936486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600" b="1" dirty="0">
                  <a:solidFill>
                    <a:schemeClr val="bg1"/>
                  </a:solidFill>
                  <a:latin typeface="Helvetica" pitchFamily="2" charset="0"/>
                </a:rPr>
                <a:t>Play for free here:</a:t>
              </a:r>
            </a:p>
          </p:txBody>
        </p:sp>
        <p:pic>
          <p:nvPicPr>
            <p:cNvPr id="6" name="Picture 5" descr="A qr code on a black background&#10;&#10;Description automatically generated">
              <a:extLst>
                <a:ext uri="{FF2B5EF4-FFF2-40B4-BE49-F238E27FC236}">
                  <a16:creationId xmlns:a16="http://schemas.microsoft.com/office/drawing/2014/main" id="{3CC653D8-1BBA-1FDF-7622-0CAC0714144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3894" t="4451" r="4932" b="4658"/>
            <a:stretch/>
          </p:blipFill>
          <p:spPr>
            <a:xfrm>
              <a:off x="1395752" y="2865111"/>
              <a:ext cx="1618488" cy="161848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1809348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BC71AA5E-080C-8204-9F62-094EE6055302}"/>
              </a:ext>
            </a:extLst>
          </p:cNvPr>
          <p:cNvSpPr/>
          <p:nvPr/>
        </p:nvSpPr>
        <p:spPr>
          <a:xfrm>
            <a:off x="1" y="0"/>
            <a:ext cx="4216399" cy="5029200"/>
          </a:xfrm>
          <a:prstGeom prst="rect">
            <a:avLst/>
          </a:prstGeom>
          <a:solidFill>
            <a:srgbClr val="263B3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93D08A8-7264-6A20-CD2B-8EE63A21642A}"/>
              </a:ext>
            </a:extLst>
          </p:cNvPr>
          <p:cNvSpPr/>
          <p:nvPr/>
        </p:nvSpPr>
        <p:spPr>
          <a:xfrm>
            <a:off x="4216400" y="0"/>
            <a:ext cx="3556000" cy="5029200"/>
          </a:xfrm>
          <a:prstGeom prst="rect">
            <a:avLst/>
          </a:prstGeom>
          <a:solidFill>
            <a:srgbClr val="263B3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542F388B-22AF-0437-9EE4-E168F197D95B}"/>
              </a:ext>
            </a:extLst>
          </p:cNvPr>
          <p:cNvGrpSpPr/>
          <p:nvPr/>
        </p:nvGrpSpPr>
        <p:grpSpPr>
          <a:xfrm>
            <a:off x="4584538" y="375285"/>
            <a:ext cx="2771233" cy="4309534"/>
            <a:chOff x="4584538" y="448734"/>
            <a:chExt cx="2771233" cy="4309534"/>
          </a:xfrm>
        </p:grpSpPr>
        <p:sp>
          <p:nvSpPr>
            <p:cNvPr id="10" name="Rounded Rectangle 9">
              <a:extLst>
                <a:ext uri="{FF2B5EF4-FFF2-40B4-BE49-F238E27FC236}">
                  <a16:creationId xmlns:a16="http://schemas.microsoft.com/office/drawing/2014/main" id="{EA61B7F6-98BD-7467-7BE7-55E51DD9F173}"/>
                </a:ext>
              </a:extLst>
            </p:cNvPr>
            <p:cNvSpPr/>
            <p:nvPr/>
          </p:nvSpPr>
          <p:spPr>
            <a:xfrm>
              <a:off x="4584538" y="448734"/>
              <a:ext cx="2771233" cy="4309534"/>
            </a:xfrm>
            <a:prstGeom prst="roundRect">
              <a:avLst>
                <a:gd name="adj" fmla="val 10251"/>
              </a:avLst>
            </a:prstGeom>
            <a:solidFill>
              <a:srgbClr val="99B3B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5" name="Picture 14" descr="A screenshot of a cell phone&#10;&#10;Description automatically generated">
              <a:extLst>
                <a:ext uri="{FF2B5EF4-FFF2-40B4-BE49-F238E27FC236}">
                  <a16:creationId xmlns:a16="http://schemas.microsoft.com/office/drawing/2014/main" id="{4404C91B-1B84-AF98-BF7F-FA4166D5A86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397" r="4713"/>
            <a:stretch/>
          </p:blipFill>
          <p:spPr>
            <a:xfrm>
              <a:off x="4631998" y="616689"/>
              <a:ext cx="2676311" cy="3963777"/>
            </a:xfrm>
            <a:prstGeom prst="rect">
              <a:avLst/>
            </a:prstGeom>
            <a:solidFill>
              <a:schemeClr val="bg1"/>
            </a:solidFill>
          </p:spPr>
        </p:pic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43C805EE-AE1C-E03E-49AB-8A62D01F392D}"/>
              </a:ext>
            </a:extLst>
          </p:cNvPr>
          <p:cNvGrpSpPr/>
          <p:nvPr/>
        </p:nvGrpSpPr>
        <p:grpSpPr>
          <a:xfrm>
            <a:off x="515379" y="348944"/>
            <a:ext cx="3181507" cy="4357409"/>
            <a:chOff x="610107" y="464744"/>
            <a:chExt cx="3181507" cy="4357409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45F7079E-2911-B9F1-28E1-8DAB3C19E928}"/>
                </a:ext>
              </a:extLst>
            </p:cNvPr>
            <p:cNvSpPr txBox="1"/>
            <p:nvPr/>
          </p:nvSpPr>
          <p:spPr>
            <a:xfrm>
              <a:off x="610107" y="464744"/>
              <a:ext cx="3181507" cy="17158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spcAft>
                  <a:spcPts val="600"/>
                </a:spcAft>
              </a:pPr>
              <a:r>
                <a:rPr lang="en-US" sz="6000" b="1" dirty="0">
                  <a:solidFill>
                    <a:schemeClr val="bg1"/>
                  </a:solidFill>
                  <a:latin typeface="Helvetica" pitchFamily="2" charset="0"/>
                </a:rPr>
                <a:t>Trigram</a:t>
              </a:r>
              <a:endParaRPr lang="en-US" sz="5400" b="1" dirty="0">
                <a:solidFill>
                  <a:schemeClr val="bg1"/>
                </a:solidFill>
                <a:latin typeface="Helvetica" pitchFamily="2" charset="0"/>
              </a:endParaRPr>
            </a:p>
            <a:p>
              <a:pPr algn="ctr">
                <a:spcAft>
                  <a:spcPts val="300"/>
                </a:spcAft>
              </a:pPr>
              <a:r>
                <a:rPr lang="en-US" sz="2400" b="1" dirty="0">
                  <a:solidFill>
                    <a:schemeClr val="bg1"/>
                  </a:solidFill>
                  <a:latin typeface="Helvetica" pitchFamily="2" charset="0"/>
                </a:rPr>
                <a:t>a word game </a:t>
              </a:r>
            </a:p>
            <a:p>
              <a:pPr algn="ctr"/>
              <a:r>
                <a:rPr lang="en-US" sz="1400" i="1" dirty="0">
                  <a:solidFill>
                    <a:srgbClr val="99B3B4"/>
                  </a:solidFill>
                  <a:latin typeface="Helvetica" pitchFamily="2" charset="0"/>
                </a:rPr>
                <a:t>made here in Chelmsford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530D31D7-0FF3-86AC-90E4-5DABD940B341}"/>
                </a:ext>
              </a:extLst>
            </p:cNvPr>
            <p:cNvSpPr txBox="1"/>
            <p:nvPr/>
          </p:nvSpPr>
          <p:spPr>
            <a:xfrm>
              <a:off x="610107" y="4514376"/>
              <a:ext cx="318150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solidFill>
                    <a:srgbClr val="99B3B4"/>
                  </a:solidFill>
                  <a:latin typeface="Helvetica" pitchFamily="2" charset="0"/>
                </a:rPr>
                <a:t>http://trigram.netlify.app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2D20ECE1-B830-E804-801F-012803CC1CCB}"/>
                </a:ext>
              </a:extLst>
            </p:cNvPr>
            <p:cNvSpPr txBox="1"/>
            <p:nvPr/>
          </p:nvSpPr>
          <p:spPr>
            <a:xfrm>
              <a:off x="1236753" y="2526557"/>
              <a:ext cx="1936486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600" b="1" dirty="0">
                  <a:solidFill>
                    <a:schemeClr val="bg1"/>
                  </a:solidFill>
                  <a:latin typeface="Helvetica" pitchFamily="2" charset="0"/>
                </a:rPr>
                <a:t>Play for free here:</a:t>
              </a:r>
            </a:p>
          </p:txBody>
        </p:sp>
        <p:pic>
          <p:nvPicPr>
            <p:cNvPr id="6" name="Picture 5" descr="A qr code on a black background&#10;&#10;Description automatically generated">
              <a:extLst>
                <a:ext uri="{FF2B5EF4-FFF2-40B4-BE49-F238E27FC236}">
                  <a16:creationId xmlns:a16="http://schemas.microsoft.com/office/drawing/2014/main" id="{3CC653D8-1BBA-1FDF-7622-0CAC0714144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3894" t="4451" r="4932" b="4658"/>
            <a:stretch/>
          </p:blipFill>
          <p:spPr>
            <a:xfrm>
              <a:off x="1395752" y="2865111"/>
              <a:ext cx="1618488" cy="161848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6531826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63B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43C805EE-AE1C-E03E-49AB-8A62D01F392D}"/>
              </a:ext>
            </a:extLst>
          </p:cNvPr>
          <p:cNvGrpSpPr/>
          <p:nvPr/>
        </p:nvGrpSpPr>
        <p:grpSpPr>
          <a:xfrm>
            <a:off x="611657" y="335895"/>
            <a:ext cx="3181507" cy="4357409"/>
            <a:chOff x="610107" y="464744"/>
            <a:chExt cx="3181507" cy="4357409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45F7079E-2911-B9F1-28E1-8DAB3C19E928}"/>
                </a:ext>
              </a:extLst>
            </p:cNvPr>
            <p:cNvSpPr txBox="1"/>
            <p:nvPr/>
          </p:nvSpPr>
          <p:spPr>
            <a:xfrm>
              <a:off x="610107" y="464744"/>
              <a:ext cx="3181507" cy="17158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spcAft>
                  <a:spcPts val="600"/>
                </a:spcAft>
              </a:pPr>
              <a:r>
                <a:rPr lang="en-US" sz="6000" b="1" dirty="0">
                  <a:solidFill>
                    <a:schemeClr val="bg1"/>
                  </a:solidFill>
                  <a:latin typeface="Helvetica" pitchFamily="2" charset="0"/>
                </a:rPr>
                <a:t>Trigram</a:t>
              </a:r>
              <a:endParaRPr lang="en-US" sz="5400" b="1" dirty="0">
                <a:solidFill>
                  <a:schemeClr val="bg1"/>
                </a:solidFill>
                <a:latin typeface="Helvetica" pitchFamily="2" charset="0"/>
              </a:endParaRPr>
            </a:p>
            <a:p>
              <a:pPr algn="ctr">
                <a:spcAft>
                  <a:spcPts val="300"/>
                </a:spcAft>
              </a:pPr>
              <a:r>
                <a:rPr lang="en-US" sz="2400" b="1" dirty="0">
                  <a:solidFill>
                    <a:schemeClr val="bg1"/>
                  </a:solidFill>
                  <a:latin typeface="Helvetica" pitchFamily="2" charset="0"/>
                </a:rPr>
                <a:t>a word game </a:t>
              </a:r>
            </a:p>
            <a:p>
              <a:pPr algn="ctr"/>
              <a:r>
                <a:rPr lang="en-US" sz="1400" i="1" dirty="0">
                  <a:solidFill>
                    <a:srgbClr val="99B3B4"/>
                  </a:solidFill>
                  <a:latin typeface="Helvetica" pitchFamily="2" charset="0"/>
                </a:rPr>
                <a:t>made here in Chelmsford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530D31D7-0FF3-86AC-90E4-5DABD940B341}"/>
                </a:ext>
              </a:extLst>
            </p:cNvPr>
            <p:cNvSpPr txBox="1"/>
            <p:nvPr/>
          </p:nvSpPr>
          <p:spPr>
            <a:xfrm>
              <a:off x="610107" y="4514376"/>
              <a:ext cx="318150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solidFill>
                    <a:srgbClr val="99B3B4"/>
                  </a:solidFill>
                  <a:latin typeface="Helvetica" pitchFamily="2" charset="0"/>
                </a:rPr>
                <a:t>http://trigram.netlify.app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2D20ECE1-B830-E804-801F-012803CC1CCB}"/>
                </a:ext>
              </a:extLst>
            </p:cNvPr>
            <p:cNvSpPr txBox="1"/>
            <p:nvPr/>
          </p:nvSpPr>
          <p:spPr>
            <a:xfrm>
              <a:off x="1236753" y="2526557"/>
              <a:ext cx="1936486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600" b="1" dirty="0">
                  <a:solidFill>
                    <a:schemeClr val="bg1"/>
                  </a:solidFill>
                  <a:latin typeface="Helvetica" pitchFamily="2" charset="0"/>
                </a:rPr>
                <a:t>Play for free here:</a:t>
              </a:r>
            </a:p>
          </p:txBody>
        </p:sp>
        <p:pic>
          <p:nvPicPr>
            <p:cNvPr id="6" name="Picture 5" descr="A qr code on a black background&#10;&#10;Description automatically generated">
              <a:extLst>
                <a:ext uri="{FF2B5EF4-FFF2-40B4-BE49-F238E27FC236}">
                  <a16:creationId xmlns:a16="http://schemas.microsoft.com/office/drawing/2014/main" id="{3CC653D8-1BBA-1FDF-7622-0CAC0714144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3894" t="4451" r="4932" b="4658"/>
            <a:stretch/>
          </p:blipFill>
          <p:spPr>
            <a:xfrm>
              <a:off x="1395752" y="2865111"/>
              <a:ext cx="1618488" cy="1618488"/>
            </a:xfrm>
            <a:prstGeom prst="rect">
              <a:avLst/>
            </a:prstGeom>
          </p:spPr>
        </p:pic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F970D0B1-0AD2-3C8D-F688-58EA71FE5688}"/>
              </a:ext>
            </a:extLst>
          </p:cNvPr>
          <p:cNvGrpSpPr/>
          <p:nvPr/>
        </p:nvGrpSpPr>
        <p:grpSpPr>
          <a:xfrm>
            <a:off x="4704912" y="502864"/>
            <a:ext cx="2455831" cy="4095714"/>
            <a:chOff x="4731778" y="525906"/>
            <a:chExt cx="2455831" cy="4095714"/>
          </a:xfrm>
        </p:grpSpPr>
        <p:sp>
          <p:nvSpPr>
            <p:cNvPr id="10" name="Rounded Rectangle 9">
              <a:extLst>
                <a:ext uri="{FF2B5EF4-FFF2-40B4-BE49-F238E27FC236}">
                  <a16:creationId xmlns:a16="http://schemas.microsoft.com/office/drawing/2014/main" id="{EA61B7F6-98BD-7467-7BE7-55E51DD9F173}"/>
                </a:ext>
              </a:extLst>
            </p:cNvPr>
            <p:cNvSpPr/>
            <p:nvPr/>
          </p:nvSpPr>
          <p:spPr>
            <a:xfrm>
              <a:off x="4731778" y="525906"/>
              <a:ext cx="2455831" cy="4095714"/>
            </a:xfrm>
            <a:prstGeom prst="roundRect">
              <a:avLst>
                <a:gd name="adj" fmla="val 10251"/>
              </a:avLst>
            </a:prstGeom>
            <a:solidFill>
              <a:srgbClr val="99B3B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A1F8C9FD-DC3C-D0C8-6565-93CABA1BCB5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t="5725" b="17040"/>
            <a:stretch/>
          </p:blipFill>
          <p:spPr>
            <a:xfrm>
              <a:off x="4810343" y="646333"/>
              <a:ext cx="2298700" cy="385486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5676326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63B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43C805EE-AE1C-E03E-49AB-8A62D01F392D}"/>
              </a:ext>
            </a:extLst>
          </p:cNvPr>
          <p:cNvGrpSpPr/>
          <p:nvPr/>
        </p:nvGrpSpPr>
        <p:grpSpPr>
          <a:xfrm>
            <a:off x="297186" y="403352"/>
            <a:ext cx="3810441" cy="4289952"/>
            <a:chOff x="295636" y="532201"/>
            <a:chExt cx="3810441" cy="4289952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45F7079E-2911-B9F1-28E1-8DAB3C19E928}"/>
                </a:ext>
              </a:extLst>
            </p:cNvPr>
            <p:cNvSpPr txBox="1"/>
            <p:nvPr/>
          </p:nvSpPr>
          <p:spPr>
            <a:xfrm>
              <a:off x="295636" y="532201"/>
              <a:ext cx="3810441" cy="18081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spcAft>
                  <a:spcPts val="600"/>
                </a:spcAft>
              </a:pPr>
              <a:r>
                <a:rPr lang="en-US" sz="6600" b="1" dirty="0">
                  <a:solidFill>
                    <a:schemeClr val="bg1"/>
                  </a:solidFill>
                  <a:latin typeface="Helvetica" pitchFamily="2" charset="0"/>
                </a:rPr>
                <a:t>Trigram</a:t>
              </a:r>
              <a:endParaRPr lang="en-US" sz="6000" b="1" dirty="0">
                <a:solidFill>
                  <a:schemeClr val="bg1"/>
                </a:solidFill>
                <a:latin typeface="Helvetica" pitchFamily="2" charset="0"/>
              </a:endParaRPr>
            </a:p>
            <a:p>
              <a:pPr algn="ctr">
                <a:spcAft>
                  <a:spcPts val="300"/>
                </a:spcAft>
              </a:pPr>
              <a:r>
                <a:rPr lang="en-US" sz="2400" b="1" dirty="0">
                  <a:solidFill>
                    <a:schemeClr val="bg1"/>
                  </a:solidFill>
                  <a:latin typeface="Helvetica" pitchFamily="2" charset="0"/>
                </a:rPr>
                <a:t>a word game </a:t>
              </a:r>
            </a:p>
            <a:p>
              <a:pPr algn="ctr"/>
              <a:r>
                <a:rPr lang="en-US" sz="1400" i="1" dirty="0">
                  <a:solidFill>
                    <a:srgbClr val="99B3B4"/>
                  </a:solidFill>
                  <a:latin typeface="Helvetica" pitchFamily="2" charset="0"/>
                </a:rPr>
                <a:t>made here in Chelmsford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530D31D7-0FF3-86AC-90E4-5DABD940B341}"/>
                </a:ext>
              </a:extLst>
            </p:cNvPr>
            <p:cNvSpPr txBox="1"/>
            <p:nvPr/>
          </p:nvSpPr>
          <p:spPr>
            <a:xfrm>
              <a:off x="610107" y="4514376"/>
              <a:ext cx="318150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solidFill>
                    <a:srgbClr val="99B3B4"/>
                  </a:solidFill>
                  <a:latin typeface="Helvetica" pitchFamily="2" charset="0"/>
                </a:rPr>
                <a:t>http://trigram.netlify.app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2D20ECE1-B830-E804-801F-012803CC1CCB}"/>
                </a:ext>
              </a:extLst>
            </p:cNvPr>
            <p:cNvSpPr txBox="1"/>
            <p:nvPr/>
          </p:nvSpPr>
          <p:spPr>
            <a:xfrm>
              <a:off x="1232615" y="2643449"/>
              <a:ext cx="1936486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600" b="1" dirty="0">
                  <a:solidFill>
                    <a:schemeClr val="bg1"/>
                  </a:solidFill>
                  <a:latin typeface="Helvetica" pitchFamily="2" charset="0"/>
                </a:rPr>
                <a:t>Play for free here:</a:t>
              </a:r>
            </a:p>
          </p:txBody>
        </p:sp>
        <p:pic>
          <p:nvPicPr>
            <p:cNvPr id="6" name="Picture 5" descr="A qr code on a black background&#10;&#10;Description automatically generated">
              <a:extLst>
                <a:ext uri="{FF2B5EF4-FFF2-40B4-BE49-F238E27FC236}">
                  <a16:creationId xmlns:a16="http://schemas.microsoft.com/office/drawing/2014/main" id="{3CC653D8-1BBA-1FDF-7622-0CAC0714144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3894" t="4451" r="4932" b="4658"/>
            <a:stretch/>
          </p:blipFill>
          <p:spPr>
            <a:xfrm>
              <a:off x="1455043" y="3002375"/>
              <a:ext cx="1491629" cy="1491629"/>
            </a:xfrm>
            <a:prstGeom prst="rect">
              <a:avLst/>
            </a:prstGeom>
          </p:spPr>
        </p:pic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F970D0B1-0AD2-3C8D-F688-58EA71FE5688}"/>
              </a:ext>
            </a:extLst>
          </p:cNvPr>
          <p:cNvGrpSpPr/>
          <p:nvPr/>
        </p:nvGrpSpPr>
        <p:grpSpPr>
          <a:xfrm>
            <a:off x="4704912" y="502864"/>
            <a:ext cx="2455831" cy="4095714"/>
            <a:chOff x="4731778" y="525906"/>
            <a:chExt cx="2455831" cy="4095714"/>
          </a:xfrm>
        </p:grpSpPr>
        <p:sp>
          <p:nvSpPr>
            <p:cNvPr id="10" name="Rounded Rectangle 9">
              <a:extLst>
                <a:ext uri="{FF2B5EF4-FFF2-40B4-BE49-F238E27FC236}">
                  <a16:creationId xmlns:a16="http://schemas.microsoft.com/office/drawing/2014/main" id="{EA61B7F6-98BD-7467-7BE7-55E51DD9F173}"/>
                </a:ext>
              </a:extLst>
            </p:cNvPr>
            <p:cNvSpPr/>
            <p:nvPr/>
          </p:nvSpPr>
          <p:spPr>
            <a:xfrm>
              <a:off x="4731778" y="525906"/>
              <a:ext cx="2455831" cy="4095714"/>
            </a:xfrm>
            <a:prstGeom prst="roundRect">
              <a:avLst>
                <a:gd name="adj" fmla="val 10251"/>
              </a:avLst>
            </a:prstGeom>
            <a:solidFill>
              <a:srgbClr val="99B3B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A1F8C9FD-DC3C-D0C8-6565-93CABA1BCB5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t="5725" b="17040"/>
            <a:stretch/>
          </p:blipFill>
          <p:spPr>
            <a:xfrm>
              <a:off x="4810343" y="646333"/>
              <a:ext cx="2298700" cy="385486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6200825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138</TotalTime>
  <Words>140</Words>
  <Application>Microsoft Macintosh PowerPoint</Application>
  <PresentationFormat>Custom</PresentationFormat>
  <Paragraphs>35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Helvetica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Nikhil Nathwani</dc:creator>
  <cp:lastModifiedBy>Nikhil Nathwani</cp:lastModifiedBy>
  <cp:revision>10</cp:revision>
  <cp:lastPrinted>2024-05-08T20:16:21Z</cp:lastPrinted>
  <dcterms:created xsi:type="dcterms:W3CDTF">2024-05-08T18:04:32Z</dcterms:created>
  <dcterms:modified xsi:type="dcterms:W3CDTF">2024-05-08T20:23:04Z</dcterms:modified>
</cp:coreProperties>
</file>