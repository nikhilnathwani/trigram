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5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C37D"/>
    <a:srgbClr val="D883FF"/>
    <a:srgbClr val="FF2F92"/>
    <a:srgbClr val="71827C"/>
    <a:srgbClr val="CBEADF"/>
    <a:srgbClr val="A9C3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96"/>
    <p:restoredTop sz="94789"/>
  </p:normalViewPr>
  <p:slideViewPr>
    <p:cSldViewPr snapToGrid="0">
      <p:cViewPr>
        <p:scale>
          <a:sx n="63" d="100"/>
          <a:sy n="63" d="100"/>
        </p:scale>
        <p:origin x="1696" y="1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2CCE2-9466-BF4C-91A7-0F05540C3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15D0A-855A-1B1B-DDAF-E7F55BFCD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BB7BF-FDE2-9AE7-DCD1-1E69F7C0D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FC999-FFC1-1507-111E-E69097240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03056-C80F-ECD5-6035-673CAE015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33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B1FBF-4BD1-00A9-E2C9-19B39F4E9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3E3E1-2097-6A05-72BE-5F817C942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38B47-5E7A-239A-FDDD-4D06E2DD1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AEF80-2712-EA38-284D-9B57F80C2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34247-4260-4F32-03FD-BBE75E67C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939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9B207-4A9E-199F-FECF-7D3DBE83F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88C40-A874-B6C2-E854-A61AA5B7E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BE53E-0DB2-C15C-BDE0-529E14EB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74A65-DF8D-D14E-8B1A-91309FA7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4F4AD-8470-8307-7BB3-3F372B43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358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1C704-9CD1-481C-FC24-A5F4A3B7A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4D7BC-41D7-24F2-AB06-57B7E6C39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4021D-9C10-070F-6FAB-983118A2C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B07CC-E8C2-BC26-F6A4-07AC3D6B8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5/2/24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2BF92-9D82-1DFA-9118-AC5358E08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3DC97-0565-21D5-D1D6-C520FE7EE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1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CD71B-7FE9-7380-5795-A179EA00F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D3635-A17D-8D97-B814-54AD4CF02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62563-F875-7A60-B597-790E54507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F0D68D-BABA-0249-E641-CAF5664778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4C9BF-4A94-EFB5-7FAA-F8767B3664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ED703E-3F09-303A-3248-92A141935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5/2/24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F7B843-DD83-53BE-1CBF-4F0D4FE0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49980-5741-3959-0FB7-B581764C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75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E3B8-017A-7638-DF77-086DEC998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282BC-E5D8-833A-8C37-506D373B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5/2/24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5129F-08BF-BBCE-C025-DA6A3ADD2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A5BEE-F95D-60CA-EE4D-53FBCF1EF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8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986959-1C63-7A2A-77CC-8FEEB57F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5/2/24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AE84EF-905A-575A-78E2-583DD46AD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E7BD6-836C-1911-B214-173947CE3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0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A511E-BD0E-560B-3B1A-EE1EBA10F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E776D-63B5-46E6-B33A-68CC4094F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A0274-444E-7079-9865-8875B3CB7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BA5F2-FD8D-64EA-36C6-7070B1DAD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5/2/24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5D85D-986B-A2E3-60F4-94655021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39A9B-6C1D-52D6-1F1D-EB1063F02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02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F4DC2-C0FD-9B17-7A1C-F33FF6F6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FBAC3D-038E-0894-0498-81E758D6C1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74FE6-3684-909B-E6DC-D7916DFB5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B07B4-E62D-C1FE-EDC7-AF6D0662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5/2/24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DC036-ABF1-E407-1DAA-014544121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D3596-05FA-D1F0-3DD6-B883B9B0D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639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C719-C7F7-393D-7718-1A2F5D110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913B3-7B35-028D-F13B-BA85A97F7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F3113-E49D-7641-0C3B-A7A9E838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39314-92FB-D4E6-7C99-B7F497D62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E4A3B-19B7-3DAD-7BEB-EFFB313CF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13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5A7D49-DC1C-20F4-2E05-7A1FFE61D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3A00A3-1722-5420-A93C-ED25F53EE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B9AC3-8885-A67F-5DFC-A2F4DACD2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DAB63-ED9C-D3E5-D395-A651BCE03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A4197-A4AE-5FD4-71CF-23B74E44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699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9484C1-0A9E-E68D-49CB-081C0401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45A06-9529-0AA5-5457-AFCC39190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D3921-AAD0-B0C9-297D-25977E5C8F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34A05-97AD-4E40-BF00-939D750435D9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78B77-2EF1-D1F8-DE2A-3DED9AC65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DC8C1-3049-1EF6-5B0E-EBBC4D392E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7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3665A4-99D4-4929-82D2-60F98240F1AC}"/>
              </a:ext>
            </a:extLst>
          </p:cNvPr>
          <p:cNvSpPr/>
          <p:nvPr/>
        </p:nvSpPr>
        <p:spPr>
          <a:xfrm>
            <a:off x="336496" y="135731"/>
            <a:ext cx="4067175" cy="6586538"/>
          </a:xfrm>
          <a:prstGeom prst="roundRect">
            <a:avLst/>
          </a:prstGeom>
          <a:solidFill>
            <a:srgbClr val="CBEA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8E97B8-CA4D-6F0D-DFC6-B7E559D5F8A6}"/>
              </a:ext>
            </a:extLst>
          </p:cNvPr>
          <p:cNvSpPr/>
          <p:nvPr/>
        </p:nvSpPr>
        <p:spPr>
          <a:xfrm>
            <a:off x="1726440" y="416455"/>
            <a:ext cx="1287288" cy="5431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 A 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C87A067-0D43-2F1E-F6BA-479819CC04C0}"/>
              </a:ext>
            </a:extLst>
          </p:cNvPr>
          <p:cNvSpPr>
            <a:spLocks noChangeAspect="1"/>
          </p:cNvSpPr>
          <p:nvPr/>
        </p:nvSpPr>
        <p:spPr>
          <a:xfrm>
            <a:off x="725944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AE00C9-ECA1-11AD-A0CC-AC85494E67F0}"/>
              </a:ext>
            </a:extLst>
          </p:cNvPr>
          <p:cNvSpPr>
            <a:spLocks noChangeAspect="1"/>
          </p:cNvSpPr>
          <p:nvPr/>
        </p:nvSpPr>
        <p:spPr>
          <a:xfrm>
            <a:off x="3558064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B881E-7350-9742-D476-CD5E6CFD253D}"/>
              </a:ext>
            </a:extLst>
          </p:cNvPr>
          <p:cNvSpPr/>
          <p:nvPr/>
        </p:nvSpPr>
        <p:spPr>
          <a:xfrm>
            <a:off x="1726440" y="999067"/>
            <a:ext cx="1287288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Score: 7/12</a:t>
            </a:r>
          </a:p>
        </p:txBody>
      </p:sp>
      <p:pic>
        <p:nvPicPr>
          <p:cNvPr id="14" name="Graphic 13" descr="Signal with solid fill">
            <a:extLst>
              <a:ext uri="{FF2B5EF4-FFF2-40B4-BE49-F238E27FC236}">
                <a16:creationId xmlns:a16="http://schemas.microsoft.com/office/drawing/2014/main" id="{F44E2E8B-6BAB-0C37-4B15-D20667ED0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3264" y="505123"/>
            <a:ext cx="365760" cy="365760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F3916C6-7F70-B14F-BABE-F6FA23AD0B23}"/>
              </a:ext>
            </a:extLst>
          </p:cNvPr>
          <p:cNvSpPr/>
          <p:nvPr/>
        </p:nvSpPr>
        <p:spPr>
          <a:xfrm>
            <a:off x="506886" y="460586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C22149E-6FDA-E3CD-0511-74EC5F544C45}"/>
              </a:ext>
            </a:extLst>
          </p:cNvPr>
          <p:cNvSpPr/>
          <p:nvPr/>
        </p:nvSpPr>
        <p:spPr>
          <a:xfrm>
            <a:off x="930222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9D42928-64FA-72DB-3D52-F66659DCA670}"/>
              </a:ext>
            </a:extLst>
          </p:cNvPr>
          <p:cNvSpPr/>
          <p:nvPr/>
        </p:nvSpPr>
        <p:spPr>
          <a:xfrm>
            <a:off x="1370838" y="461151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72EAD3D-A5D0-7237-79C5-CEB272F603C8}"/>
              </a:ext>
            </a:extLst>
          </p:cNvPr>
          <p:cNvSpPr/>
          <p:nvPr/>
        </p:nvSpPr>
        <p:spPr>
          <a:xfrm>
            <a:off x="1794174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73C6513-A988-4802-7AE9-6DEA07C7F865}"/>
              </a:ext>
            </a:extLst>
          </p:cNvPr>
          <p:cNvSpPr/>
          <p:nvPr/>
        </p:nvSpPr>
        <p:spPr>
          <a:xfrm>
            <a:off x="2240077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7558545-73B7-D971-65C2-056D7740E9A6}"/>
              </a:ext>
            </a:extLst>
          </p:cNvPr>
          <p:cNvSpPr/>
          <p:nvPr/>
        </p:nvSpPr>
        <p:spPr>
          <a:xfrm>
            <a:off x="2663413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5B2DCD8-CE6B-6E87-CC2C-25BD41997E91}"/>
              </a:ext>
            </a:extLst>
          </p:cNvPr>
          <p:cNvSpPr/>
          <p:nvPr/>
        </p:nvSpPr>
        <p:spPr>
          <a:xfrm>
            <a:off x="3104029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4E8FFF8-729C-A234-B91E-D9FD9905DA4B}"/>
              </a:ext>
            </a:extLst>
          </p:cNvPr>
          <p:cNvSpPr/>
          <p:nvPr/>
        </p:nvSpPr>
        <p:spPr>
          <a:xfrm>
            <a:off x="3527365" y="462279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B15BB32-9F8A-AA04-7008-6A7DA8ED0B0E}"/>
              </a:ext>
            </a:extLst>
          </p:cNvPr>
          <p:cNvSpPr/>
          <p:nvPr/>
        </p:nvSpPr>
        <p:spPr>
          <a:xfrm>
            <a:off x="3950701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400D64C-6CCD-C980-0D1B-E2044E984F1F}"/>
              </a:ext>
            </a:extLst>
          </p:cNvPr>
          <p:cNvSpPr/>
          <p:nvPr/>
        </p:nvSpPr>
        <p:spPr>
          <a:xfrm>
            <a:off x="506886" y="563315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E55B3ED-5DD3-35EB-4779-17FA8E9622AF}"/>
              </a:ext>
            </a:extLst>
          </p:cNvPr>
          <p:cNvSpPr/>
          <p:nvPr/>
        </p:nvSpPr>
        <p:spPr>
          <a:xfrm>
            <a:off x="930222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86B5A14-1D17-3EE7-9627-BEF3237F6927}"/>
              </a:ext>
            </a:extLst>
          </p:cNvPr>
          <p:cNvSpPr/>
          <p:nvPr/>
        </p:nvSpPr>
        <p:spPr>
          <a:xfrm>
            <a:off x="1370838" y="563880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1E54453-BCB1-D1B0-BF89-88C6CE4ED1D1}"/>
              </a:ext>
            </a:extLst>
          </p:cNvPr>
          <p:cNvSpPr/>
          <p:nvPr/>
        </p:nvSpPr>
        <p:spPr>
          <a:xfrm>
            <a:off x="1794174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EF35F58-F3A0-35D9-597E-747DCD5FD71A}"/>
              </a:ext>
            </a:extLst>
          </p:cNvPr>
          <p:cNvSpPr/>
          <p:nvPr/>
        </p:nvSpPr>
        <p:spPr>
          <a:xfrm>
            <a:off x="2240077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1119928-4EE2-D3C2-7B9D-718AD2A2B874}"/>
              </a:ext>
            </a:extLst>
          </p:cNvPr>
          <p:cNvSpPr/>
          <p:nvPr/>
        </p:nvSpPr>
        <p:spPr>
          <a:xfrm>
            <a:off x="2663413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C2C9133-6ED2-80A3-F87E-F9A0E6CB72E7}"/>
              </a:ext>
            </a:extLst>
          </p:cNvPr>
          <p:cNvSpPr/>
          <p:nvPr/>
        </p:nvSpPr>
        <p:spPr>
          <a:xfrm>
            <a:off x="3104029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A214849-2F58-8436-AB4E-0C5669FEB2D6}"/>
              </a:ext>
            </a:extLst>
          </p:cNvPr>
          <p:cNvSpPr/>
          <p:nvPr/>
        </p:nvSpPr>
        <p:spPr>
          <a:xfrm>
            <a:off x="3527365" y="565008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3378750-26FF-6F54-A1CE-1374B6D9B8F2}"/>
              </a:ext>
            </a:extLst>
          </p:cNvPr>
          <p:cNvSpPr/>
          <p:nvPr/>
        </p:nvSpPr>
        <p:spPr>
          <a:xfrm>
            <a:off x="3950701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0E23087-45C4-032A-2EEC-9C7CC41ABF57}"/>
              </a:ext>
            </a:extLst>
          </p:cNvPr>
          <p:cNvSpPr/>
          <p:nvPr/>
        </p:nvSpPr>
        <p:spPr>
          <a:xfrm>
            <a:off x="707620" y="511104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B62ED74-E0D6-D6F7-4A0E-B9E59C3F6ECF}"/>
              </a:ext>
            </a:extLst>
          </p:cNvPr>
          <p:cNvSpPr/>
          <p:nvPr/>
        </p:nvSpPr>
        <p:spPr>
          <a:xfrm>
            <a:off x="1130956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0383847-E1C9-816A-C0A5-7A8DB6EC0E2C}"/>
              </a:ext>
            </a:extLst>
          </p:cNvPr>
          <p:cNvSpPr/>
          <p:nvPr/>
        </p:nvSpPr>
        <p:spPr>
          <a:xfrm>
            <a:off x="1571572" y="511669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62EF80C-3B20-5CE3-85DC-997E91DCD9A6}"/>
              </a:ext>
            </a:extLst>
          </p:cNvPr>
          <p:cNvSpPr/>
          <p:nvPr/>
        </p:nvSpPr>
        <p:spPr>
          <a:xfrm>
            <a:off x="1994908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DB0BB6C-A149-9530-AEBA-4FD5E1F68F23}"/>
              </a:ext>
            </a:extLst>
          </p:cNvPr>
          <p:cNvSpPr/>
          <p:nvPr/>
        </p:nvSpPr>
        <p:spPr>
          <a:xfrm>
            <a:off x="2440811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5B157C8-78C3-D6CC-945B-572BF0FBCB0C}"/>
              </a:ext>
            </a:extLst>
          </p:cNvPr>
          <p:cNvSpPr/>
          <p:nvPr/>
        </p:nvSpPr>
        <p:spPr>
          <a:xfrm>
            <a:off x="2864147" y="512233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100374F-1171-818D-EEC2-E44FF55EA778}"/>
              </a:ext>
            </a:extLst>
          </p:cNvPr>
          <p:cNvSpPr/>
          <p:nvPr/>
        </p:nvSpPr>
        <p:spPr>
          <a:xfrm>
            <a:off x="3304763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6AA0F33-1602-521A-929C-98C5D990679D}"/>
              </a:ext>
            </a:extLst>
          </p:cNvPr>
          <p:cNvSpPr/>
          <p:nvPr/>
        </p:nvSpPr>
        <p:spPr>
          <a:xfrm>
            <a:off x="3728099" y="512797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87C4715-1CEF-943B-D4AF-499A6F970012}"/>
              </a:ext>
            </a:extLst>
          </p:cNvPr>
          <p:cNvSpPr/>
          <p:nvPr/>
        </p:nvSpPr>
        <p:spPr>
          <a:xfrm>
            <a:off x="1498371" y="2093633"/>
            <a:ext cx="1733190" cy="40075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8 letter word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9D4495C-AC54-FFF4-3332-9F9E23AD648E}"/>
              </a:ext>
            </a:extLst>
          </p:cNvPr>
          <p:cNvSpPr/>
          <p:nvPr/>
        </p:nvSpPr>
        <p:spPr>
          <a:xfrm>
            <a:off x="674621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87048AC-4E45-9CF3-2B1B-7E58838DE8FC}"/>
              </a:ext>
            </a:extLst>
          </p:cNvPr>
          <p:cNvSpPr/>
          <p:nvPr/>
        </p:nvSpPr>
        <p:spPr>
          <a:xfrm>
            <a:off x="1097957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484CFB2-2D76-10F9-D127-CBCE27FD1CDB}"/>
              </a:ext>
            </a:extLst>
          </p:cNvPr>
          <p:cNvSpPr/>
          <p:nvPr/>
        </p:nvSpPr>
        <p:spPr>
          <a:xfrm>
            <a:off x="1524816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1B9C845-379D-CB83-227D-2F66DF593D12}"/>
              </a:ext>
            </a:extLst>
          </p:cNvPr>
          <p:cNvSpPr/>
          <p:nvPr/>
        </p:nvSpPr>
        <p:spPr>
          <a:xfrm>
            <a:off x="1948152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4839D98-A919-2F1E-DC2F-B880EC59D58E}"/>
              </a:ext>
            </a:extLst>
          </p:cNvPr>
          <p:cNvSpPr/>
          <p:nvPr/>
        </p:nvSpPr>
        <p:spPr>
          <a:xfrm>
            <a:off x="2371488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A39CB4D-512C-7FC9-AD28-4C9900CD6381}"/>
              </a:ext>
            </a:extLst>
          </p:cNvPr>
          <p:cNvSpPr/>
          <p:nvPr/>
        </p:nvSpPr>
        <p:spPr>
          <a:xfrm>
            <a:off x="2794824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C6A1F2F-DDA9-F36C-3593-8F5A8FA964D9}"/>
              </a:ext>
            </a:extLst>
          </p:cNvPr>
          <p:cNvSpPr/>
          <p:nvPr/>
        </p:nvSpPr>
        <p:spPr>
          <a:xfrm>
            <a:off x="3221683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A4FC819-6E79-9721-AF07-2D3465A45E8B}"/>
              </a:ext>
            </a:extLst>
          </p:cNvPr>
          <p:cNvSpPr/>
          <p:nvPr/>
        </p:nvSpPr>
        <p:spPr>
          <a:xfrm>
            <a:off x="3645019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95FCDF58-3CA1-D030-BDB4-CD5D6CE2D3C1}"/>
              </a:ext>
            </a:extLst>
          </p:cNvPr>
          <p:cNvSpPr/>
          <p:nvPr/>
        </p:nvSpPr>
        <p:spPr>
          <a:xfrm>
            <a:off x="5219114" y="135731"/>
            <a:ext cx="4067175" cy="6586538"/>
          </a:xfrm>
          <a:prstGeom prst="roundRect">
            <a:avLst/>
          </a:prstGeom>
          <a:solidFill>
            <a:srgbClr val="CBEA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9C5C935A-0EEE-C998-ADE2-8D5B21E42587}"/>
              </a:ext>
            </a:extLst>
          </p:cNvPr>
          <p:cNvSpPr/>
          <p:nvPr/>
        </p:nvSpPr>
        <p:spPr>
          <a:xfrm>
            <a:off x="6609058" y="416455"/>
            <a:ext cx="1287288" cy="5431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 A T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E5630CF-B852-E1CB-C786-16F3A920481E}"/>
              </a:ext>
            </a:extLst>
          </p:cNvPr>
          <p:cNvSpPr>
            <a:spLocks noChangeAspect="1"/>
          </p:cNvSpPr>
          <p:nvPr/>
        </p:nvSpPr>
        <p:spPr>
          <a:xfrm>
            <a:off x="5608562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E0EC76D-1C1A-C1FF-C931-F080CFC4AAB6}"/>
              </a:ext>
            </a:extLst>
          </p:cNvPr>
          <p:cNvSpPr>
            <a:spLocks noChangeAspect="1"/>
          </p:cNvSpPr>
          <p:nvPr/>
        </p:nvSpPr>
        <p:spPr>
          <a:xfrm>
            <a:off x="8440682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2355B5DC-F8D8-78A2-121E-2738386EC6C7}"/>
              </a:ext>
            </a:extLst>
          </p:cNvPr>
          <p:cNvSpPr/>
          <p:nvPr/>
        </p:nvSpPr>
        <p:spPr>
          <a:xfrm>
            <a:off x="6609058" y="999067"/>
            <a:ext cx="1287288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Score: 7/12</a:t>
            </a:r>
          </a:p>
        </p:txBody>
      </p:sp>
      <p:pic>
        <p:nvPicPr>
          <p:cNvPr id="61" name="Graphic 60" descr="Signal with solid fill">
            <a:extLst>
              <a:ext uri="{FF2B5EF4-FFF2-40B4-BE49-F238E27FC236}">
                <a16:creationId xmlns:a16="http://schemas.microsoft.com/office/drawing/2014/main" id="{E2C8B79B-8154-C542-AC60-3A1577072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5882" y="505123"/>
            <a:ext cx="365760" cy="365760"/>
          </a:xfrm>
          <a:prstGeom prst="rect">
            <a:avLst/>
          </a:prstGeom>
        </p:spPr>
      </p:pic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D3CDFBF9-D440-C96E-C7E5-6BA4597DA61D}"/>
              </a:ext>
            </a:extLst>
          </p:cNvPr>
          <p:cNvSpPr/>
          <p:nvPr/>
        </p:nvSpPr>
        <p:spPr>
          <a:xfrm>
            <a:off x="5389504" y="460586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72FD67F0-BD83-E56D-BF8B-AEF097593C4B}"/>
              </a:ext>
            </a:extLst>
          </p:cNvPr>
          <p:cNvSpPr/>
          <p:nvPr/>
        </p:nvSpPr>
        <p:spPr>
          <a:xfrm>
            <a:off x="5812840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9CE7440A-90C9-97DA-2ECB-A8ED48CD1EAE}"/>
              </a:ext>
            </a:extLst>
          </p:cNvPr>
          <p:cNvSpPr/>
          <p:nvPr/>
        </p:nvSpPr>
        <p:spPr>
          <a:xfrm>
            <a:off x="6253456" y="461151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DA812DE7-2BA9-85C5-0A03-A99684005762}"/>
              </a:ext>
            </a:extLst>
          </p:cNvPr>
          <p:cNvSpPr/>
          <p:nvPr/>
        </p:nvSpPr>
        <p:spPr>
          <a:xfrm>
            <a:off x="6676792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BDBB8CB7-C411-E935-80E4-12EF29098988}"/>
              </a:ext>
            </a:extLst>
          </p:cNvPr>
          <p:cNvSpPr/>
          <p:nvPr/>
        </p:nvSpPr>
        <p:spPr>
          <a:xfrm>
            <a:off x="7122695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39B8943D-5978-560E-6ACB-35EBCAAB3354}"/>
              </a:ext>
            </a:extLst>
          </p:cNvPr>
          <p:cNvSpPr/>
          <p:nvPr/>
        </p:nvSpPr>
        <p:spPr>
          <a:xfrm>
            <a:off x="7546031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287A2F9-175C-1C93-43A6-6CC7315E1E42}"/>
              </a:ext>
            </a:extLst>
          </p:cNvPr>
          <p:cNvSpPr/>
          <p:nvPr/>
        </p:nvSpPr>
        <p:spPr>
          <a:xfrm>
            <a:off x="7986647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4633D0D1-4522-EE57-C910-DF645179BC84}"/>
              </a:ext>
            </a:extLst>
          </p:cNvPr>
          <p:cNvSpPr/>
          <p:nvPr/>
        </p:nvSpPr>
        <p:spPr>
          <a:xfrm>
            <a:off x="8409983" y="462279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0C877AD4-4A50-C723-95F4-E05E652E4BE3}"/>
              </a:ext>
            </a:extLst>
          </p:cNvPr>
          <p:cNvSpPr/>
          <p:nvPr/>
        </p:nvSpPr>
        <p:spPr>
          <a:xfrm>
            <a:off x="8833319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56DD8469-B203-F42C-50D6-0A51504112F4}"/>
              </a:ext>
            </a:extLst>
          </p:cNvPr>
          <p:cNvSpPr/>
          <p:nvPr/>
        </p:nvSpPr>
        <p:spPr>
          <a:xfrm>
            <a:off x="5389504" y="563315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0DB06B02-ACC1-B36A-937E-8C235BF2B2C7}"/>
              </a:ext>
            </a:extLst>
          </p:cNvPr>
          <p:cNvSpPr/>
          <p:nvPr/>
        </p:nvSpPr>
        <p:spPr>
          <a:xfrm>
            <a:off x="5812840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11A9676-342D-844F-6EDB-293F26F2CF84}"/>
              </a:ext>
            </a:extLst>
          </p:cNvPr>
          <p:cNvSpPr/>
          <p:nvPr/>
        </p:nvSpPr>
        <p:spPr>
          <a:xfrm>
            <a:off x="6253456" y="563880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E180B51F-9C20-4338-8600-FCFA0EA1A06C}"/>
              </a:ext>
            </a:extLst>
          </p:cNvPr>
          <p:cNvSpPr/>
          <p:nvPr/>
        </p:nvSpPr>
        <p:spPr>
          <a:xfrm>
            <a:off x="6676792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4F1141E-2568-AF8F-59A5-83A5FC2765DC}"/>
              </a:ext>
            </a:extLst>
          </p:cNvPr>
          <p:cNvSpPr/>
          <p:nvPr/>
        </p:nvSpPr>
        <p:spPr>
          <a:xfrm>
            <a:off x="7122695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28344499-0D33-7FEA-A67D-B82EEFC6FE42}"/>
              </a:ext>
            </a:extLst>
          </p:cNvPr>
          <p:cNvSpPr/>
          <p:nvPr/>
        </p:nvSpPr>
        <p:spPr>
          <a:xfrm>
            <a:off x="7546031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A09A525A-642D-94CE-8188-35FF2D3D5590}"/>
              </a:ext>
            </a:extLst>
          </p:cNvPr>
          <p:cNvSpPr/>
          <p:nvPr/>
        </p:nvSpPr>
        <p:spPr>
          <a:xfrm>
            <a:off x="7986647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5594681B-79CC-26D6-8F96-84816D1F5E53}"/>
              </a:ext>
            </a:extLst>
          </p:cNvPr>
          <p:cNvSpPr/>
          <p:nvPr/>
        </p:nvSpPr>
        <p:spPr>
          <a:xfrm>
            <a:off x="8409983" y="565008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C800BE9D-F938-5AA6-4772-A1AF2241E57F}"/>
              </a:ext>
            </a:extLst>
          </p:cNvPr>
          <p:cNvSpPr/>
          <p:nvPr/>
        </p:nvSpPr>
        <p:spPr>
          <a:xfrm>
            <a:off x="8833319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10A818-0E40-F1E4-820B-6186121E5EE8}"/>
              </a:ext>
            </a:extLst>
          </p:cNvPr>
          <p:cNvSpPr/>
          <p:nvPr/>
        </p:nvSpPr>
        <p:spPr>
          <a:xfrm>
            <a:off x="5590238" y="511104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E8DD7F62-C666-EE4D-187A-3F3FFF7AB2E8}"/>
              </a:ext>
            </a:extLst>
          </p:cNvPr>
          <p:cNvSpPr/>
          <p:nvPr/>
        </p:nvSpPr>
        <p:spPr>
          <a:xfrm>
            <a:off x="6013574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27B7AF79-2BCF-9C77-0E4C-7D05091D655E}"/>
              </a:ext>
            </a:extLst>
          </p:cNvPr>
          <p:cNvSpPr/>
          <p:nvPr/>
        </p:nvSpPr>
        <p:spPr>
          <a:xfrm>
            <a:off x="6454190" y="511669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CC2847CF-AB84-942B-B657-8F7AEF2E0A91}"/>
              </a:ext>
            </a:extLst>
          </p:cNvPr>
          <p:cNvSpPr/>
          <p:nvPr/>
        </p:nvSpPr>
        <p:spPr>
          <a:xfrm>
            <a:off x="6877526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ECF49B76-5B28-F846-6A62-A8E3F43E43E7}"/>
              </a:ext>
            </a:extLst>
          </p:cNvPr>
          <p:cNvSpPr/>
          <p:nvPr/>
        </p:nvSpPr>
        <p:spPr>
          <a:xfrm>
            <a:off x="7323429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42DF63C7-7F1F-C0CD-D98A-44AAE996EBC5}"/>
              </a:ext>
            </a:extLst>
          </p:cNvPr>
          <p:cNvSpPr/>
          <p:nvPr/>
        </p:nvSpPr>
        <p:spPr>
          <a:xfrm>
            <a:off x="7746765" y="512233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7A5BA43A-EEC2-BC1D-2822-F5DBDBE3C537}"/>
              </a:ext>
            </a:extLst>
          </p:cNvPr>
          <p:cNvSpPr/>
          <p:nvPr/>
        </p:nvSpPr>
        <p:spPr>
          <a:xfrm>
            <a:off x="8187381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0F7BAB2-7A52-36AD-2EF0-A193628BF06D}"/>
              </a:ext>
            </a:extLst>
          </p:cNvPr>
          <p:cNvSpPr/>
          <p:nvPr/>
        </p:nvSpPr>
        <p:spPr>
          <a:xfrm>
            <a:off x="8610717" y="512797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0A00C682-D7AE-29B5-69B4-91521757F1CA}"/>
              </a:ext>
            </a:extLst>
          </p:cNvPr>
          <p:cNvSpPr/>
          <p:nvPr/>
        </p:nvSpPr>
        <p:spPr>
          <a:xfrm>
            <a:off x="6380989" y="2093633"/>
            <a:ext cx="1733190" cy="40075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Great job!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BB5B5D5-1F7F-D6EF-45A4-970929CDC1CA}"/>
              </a:ext>
            </a:extLst>
          </p:cNvPr>
          <p:cNvSpPr/>
          <p:nvPr/>
        </p:nvSpPr>
        <p:spPr>
          <a:xfrm>
            <a:off x="5557239" y="2748387"/>
            <a:ext cx="416814" cy="57573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FC13905-84B9-6FC7-DB40-09C589E3360F}"/>
              </a:ext>
            </a:extLst>
          </p:cNvPr>
          <p:cNvSpPr/>
          <p:nvPr/>
        </p:nvSpPr>
        <p:spPr>
          <a:xfrm>
            <a:off x="5980575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1F6D3BE-EEBB-B0C3-A819-DF44F107C89C}"/>
              </a:ext>
            </a:extLst>
          </p:cNvPr>
          <p:cNvSpPr/>
          <p:nvPr/>
        </p:nvSpPr>
        <p:spPr>
          <a:xfrm>
            <a:off x="6407434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DD9EFEA-EF48-A6DB-B3BC-41CDF9225B72}"/>
              </a:ext>
            </a:extLst>
          </p:cNvPr>
          <p:cNvSpPr/>
          <p:nvPr/>
        </p:nvSpPr>
        <p:spPr>
          <a:xfrm>
            <a:off x="6830770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2C3E85C-BA8B-7425-BBE3-4F00CC35561A}"/>
              </a:ext>
            </a:extLst>
          </p:cNvPr>
          <p:cNvSpPr/>
          <p:nvPr/>
        </p:nvSpPr>
        <p:spPr>
          <a:xfrm>
            <a:off x="7254106" y="2748387"/>
            <a:ext cx="416814" cy="57573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4A5DCCE-5B7C-1844-E7BB-C1B20703ED82}"/>
              </a:ext>
            </a:extLst>
          </p:cNvPr>
          <p:cNvSpPr/>
          <p:nvPr/>
        </p:nvSpPr>
        <p:spPr>
          <a:xfrm>
            <a:off x="7677442" y="2748387"/>
            <a:ext cx="416814" cy="57573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9192B39-9121-D6BE-4255-B8471F945640}"/>
              </a:ext>
            </a:extLst>
          </p:cNvPr>
          <p:cNvSpPr/>
          <p:nvPr/>
        </p:nvSpPr>
        <p:spPr>
          <a:xfrm>
            <a:off x="8104301" y="2748387"/>
            <a:ext cx="416814" cy="57573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2D471DB-10C2-1CDA-22A8-DFF530475CA6}"/>
              </a:ext>
            </a:extLst>
          </p:cNvPr>
          <p:cNvSpPr/>
          <p:nvPr/>
        </p:nvSpPr>
        <p:spPr>
          <a:xfrm>
            <a:off x="8527637" y="2748387"/>
            <a:ext cx="416814" cy="57573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5C4F5E9-D4A8-C998-EC5A-996E568AE260}"/>
              </a:ext>
            </a:extLst>
          </p:cNvPr>
          <p:cNvSpPr/>
          <p:nvPr/>
        </p:nvSpPr>
        <p:spPr>
          <a:xfrm>
            <a:off x="6347308" y="2761089"/>
            <a:ext cx="106882" cy="551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CAB32C5-349A-D304-BB48-D24E904C9448}"/>
              </a:ext>
            </a:extLst>
          </p:cNvPr>
          <p:cNvSpPr/>
          <p:nvPr/>
        </p:nvSpPr>
        <p:spPr>
          <a:xfrm>
            <a:off x="6773634" y="2761087"/>
            <a:ext cx="106882" cy="551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5BE3F32-BBE2-6ADE-437E-4B3DCA571AE0}"/>
              </a:ext>
            </a:extLst>
          </p:cNvPr>
          <p:cNvSpPr/>
          <p:nvPr/>
        </p:nvSpPr>
        <p:spPr>
          <a:xfrm>
            <a:off x="7617664" y="2761089"/>
            <a:ext cx="106882" cy="551288"/>
          </a:xfrm>
          <a:prstGeom prst="rect">
            <a:avLst/>
          </a:prstGeom>
          <a:solidFill>
            <a:srgbClr val="CBEA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61D9208-553E-236E-A4BC-11D2A22111A1}"/>
              </a:ext>
            </a:extLst>
          </p:cNvPr>
          <p:cNvSpPr/>
          <p:nvPr/>
        </p:nvSpPr>
        <p:spPr>
          <a:xfrm>
            <a:off x="8043990" y="2761087"/>
            <a:ext cx="106882" cy="551288"/>
          </a:xfrm>
          <a:prstGeom prst="rect">
            <a:avLst/>
          </a:prstGeom>
          <a:solidFill>
            <a:srgbClr val="CBEA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6401084-40A1-C805-47A6-011AD1BF6EC0}"/>
              </a:ext>
            </a:extLst>
          </p:cNvPr>
          <p:cNvSpPr/>
          <p:nvPr/>
        </p:nvSpPr>
        <p:spPr>
          <a:xfrm>
            <a:off x="8471035" y="2761087"/>
            <a:ext cx="106882" cy="551288"/>
          </a:xfrm>
          <a:prstGeom prst="rect">
            <a:avLst/>
          </a:prstGeom>
          <a:solidFill>
            <a:srgbClr val="CBEA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08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3665A4-99D4-4929-82D2-60F98240F1AC}"/>
              </a:ext>
            </a:extLst>
          </p:cNvPr>
          <p:cNvSpPr/>
          <p:nvPr/>
        </p:nvSpPr>
        <p:spPr>
          <a:xfrm>
            <a:off x="6585733" y="135731"/>
            <a:ext cx="4067175" cy="658653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8E97B8-CA4D-6F0D-DFC6-B7E559D5F8A6}"/>
              </a:ext>
            </a:extLst>
          </p:cNvPr>
          <p:cNvSpPr/>
          <p:nvPr/>
        </p:nvSpPr>
        <p:spPr>
          <a:xfrm>
            <a:off x="7975677" y="416455"/>
            <a:ext cx="1287288" cy="5431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 A 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C87A067-0D43-2F1E-F6BA-479819CC04C0}"/>
              </a:ext>
            </a:extLst>
          </p:cNvPr>
          <p:cNvSpPr>
            <a:spLocks noChangeAspect="1"/>
          </p:cNvSpPr>
          <p:nvPr/>
        </p:nvSpPr>
        <p:spPr>
          <a:xfrm>
            <a:off x="6975181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AE00C9-ECA1-11AD-A0CC-AC85494E67F0}"/>
              </a:ext>
            </a:extLst>
          </p:cNvPr>
          <p:cNvSpPr>
            <a:spLocks noChangeAspect="1"/>
          </p:cNvSpPr>
          <p:nvPr/>
        </p:nvSpPr>
        <p:spPr>
          <a:xfrm>
            <a:off x="9807301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B881E-7350-9742-D476-CD5E6CFD253D}"/>
              </a:ext>
            </a:extLst>
          </p:cNvPr>
          <p:cNvSpPr/>
          <p:nvPr/>
        </p:nvSpPr>
        <p:spPr>
          <a:xfrm>
            <a:off x="7975677" y="999067"/>
            <a:ext cx="1287288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Score: 0/12</a:t>
            </a:r>
          </a:p>
        </p:txBody>
      </p:sp>
      <p:pic>
        <p:nvPicPr>
          <p:cNvPr id="14" name="Graphic 13" descr="Signal with solid fill">
            <a:extLst>
              <a:ext uri="{FF2B5EF4-FFF2-40B4-BE49-F238E27FC236}">
                <a16:creationId xmlns:a16="http://schemas.microsoft.com/office/drawing/2014/main" id="{F44E2E8B-6BAB-0C37-4B15-D20667ED0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2501" y="505123"/>
            <a:ext cx="365760" cy="365760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F3916C6-7F70-B14F-BABE-F6FA23AD0B23}"/>
              </a:ext>
            </a:extLst>
          </p:cNvPr>
          <p:cNvSpPr/>
          <p:nvPr/>
        </p:nvSpPr>
        <p:spPr>
          <a:xfrm>
            <a:off x="6756123" y="460586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C22149E-6FDA-E3CD-0511-74EC5F544C45}"/>
              </a:ext>
            </a:extLst>
          </p:cNvPr>
          <p:cNvSpPr/>
          <p:nvPr/>
        </p:nvSpPr>
        <p:spPr>
          <a:xfrm>
            <a:off x="7179459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9D42928-64FA-72DB-3D52-F66659DCA670}"/>
              </a:ext>
            </a:extLst>
          </p:cNvPr>
          <p:cNvSpPr/>
          <p:nvPr/>
        </p:nvSpPr>
        <p:spPr>
          <a:xfrm>
            <a:off x="7620075" y="461151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72EAD3D-A5D0-7237-79C5-CEB272F603C8}"/>
              </a:ext>
            </a:extLst>
          </p:cNvPr>
          <p:cNvSpPr/>
          <p:nvPr/>
        </p:nvSpPr>
        <p:spPr>
          <a:xfrm>
            <a:off x="8043411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73C6513-A988-4802-7AE9-6DEA07C7F865}"/>
              </a:ext>
            </a:extLst>
          </p:cNvPr>
          <p:cNvSpPr/>
          <p:nvPr/>
        </p:nvSpPr>
        <p:spPr>
          <a:xfrm>
            <a:off x="8489314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7558545-73B7-D971-65C2-056D7740E9A6}"/>
              </a:ext>
            </a:extLst>
          </p:cNvPr>
          <p:cNvSpPr/>
          <p:nvPr/>
        </p:nvSpPr>
        <p:spPr>
          <a:xfrm>
            <a:off x="8912650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5B2DCD8-CE6B-6E87-CC2C-25BD41997E91}"/>
              </a:ext>
            </a:extLst>
          </p:cNvPr>
          <p:cNvSpPr/>
          <p:nvPr/>
        </p:nvSpPr>
        <p:spPr>
          <a:xfrm>
            <a:off x="9353266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4E8FFF8-729C-A234-B91E-D9FD9905DA4B}"/>
              </a:ext>
            </a:extLst>
          </p:cNvPr>
          <p:cNvSpPr/>
          <p:nvPr/>
        </p:nvSpPr>
        <p:spPr>
          <a:xfrm>
            <a:off x="9776602" y="462279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B15BB32-9F8A-AA04-7008-6A7DA8ED0B0E}"/>
              </a:ext>
            </a:extLst>
          </p:cNvPr>
          <p:cNvSpPr/>
          <p:nvPr/>
        </p:nvSpPr>
        <p:spPr>
          <a:xfrm>
            <a:off x="10199938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400D64C-6CCD-C980-0D1B-E2044E984F1F}"/>
              </a:ext>
            </a:extLst>
          </p:cNvPr>
          <p:cNvSpPr/>
          <p:nvPr/>
        </p:nvSpPr>
        <p:spPr>
          <a:xfrm>
            <a:off x="6756123" y="563315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E55B3ED-5DD3-35EB-4779-17FA8E9622AF}"/>
              </a:ext>
            </a:extLst>
          </p:cNvPr>
          <p:cNvSpPr/>
          <p:nvPr/>
        </p:nvSpPr>
        <p:spPr>
          <a:xfrm>
            <a:off x="7179459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86B5A14-1D17-3EE7-9627-BEF3237F6927}"/>
              </a:ext>
            </a:extLst>
          </p:cNvPr>
          <p:cNvSpPr/>
          <p:nvPr/>
        </p:nvSpPr>
        <p:spPr>
          <a:xfrm>
            <a:off x="7620075" y="563880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1E54453-BCB1-D1B0-BF89-88C6CE4ED1D1}"/>
              </a:ext>
            </a:extLst>
          </p:cNvPr>
          <p:cNvSpPr/>
          <p:nvPr/>
        </p:nvSpPr>
        <p:spPr>
          <a:xfrm>
            <a:off x="8043411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EF35F58-F3A0-35D9-597E-747DCD5FD71A}"/>
              </a:ext>
            </a:extLst>
          </p:cNvPr>
          <p:cNvSpPr/>
          <p:nvPr/>
        </p:nvSpPr>
        <p:spPr>
          <a:xfrm>
            <a:off x="8489314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1119928-4EE2-D3C2-7B9D-718AD2A2B874}"/>
              </a:ext>
            </a:extLst>
          </p:cNvPr>
          <p:cNvSpPr/>
          <p:nvPr/>
        </p:nvSpPr>
        <p:spPr>
          <a:xfrm>
            <a:off x="8912650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C2C9133-6ED2-80A3-F87E-F9A0E6CB72E7}"/>
              </a:ext>
            </a:extLst>
          </p:cNvPr>
          <p:cNvSpPr/>
          <p:nvPr/>
        </p:nvSpPr>
        <p:spPr>
          <a:xfrm>
            <a:off x="9353266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A214849-2F58-8436-AB4E-0C5669FEB2D6}"/>
              </a:ext>
            </a:extLst>
          </p:cNvPr>
          <p:cNvSpPr/>
          <p:nvPr/>
        </p:nvSpPr>
        <p:spPr>
          <a:xfrm>
            <a:off x="9776602" y="565008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3378750-26FF-6F54-A1CE-1374B6D9B8F2}"/>
              </a:ext>
            </a:extLst>
          </p:cNvPr>
          <p:cNvSpPr/>
          <p:nvPr/>
        </p:nvSpPr>
        <p:spPr>
          <a:xfrm>
            <a:off x="10199938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0E23087-45C4-032A-2EEC-9C7CC41ABF57}"/>
              </a:ext>
            </a:extLst>
          </p:cNvPr>
          <p:cNvSpPr/>
          <p:nvPr/>
        </p:nvSpPr>
        <p:spPr>
          <a:xfrm>
            <a:off x="6956857" y="511104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B62ED74-E0D6-D6F7-4A0E-B9E59C3F6ECF}"/>
              </a:ext>
            </a:extLst>
          </p:cNvPr>
          <p:cNvSpPr/>
          <p:nvPr/>
        </p:nvSpPr>
        <p:spPr>
          <a:xfrm>
            <a:off x="7380193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0383847-E1C9-816A-C0A5-7A8DB6EC0E2C}"/>
              </a:ext>
            </a:extLst>
          </p:cNvPr>
          <p:cNvSpPr/>
          <p:nvPr/>
        </p:nvSpPr>
        <p:spPr>
          <a:xfrm>
            <a:off x="7820809" y="511669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62EF80C-3B20-5CE3-85DC-997E91DCD9A6}"/>
              </a:ext>
            </a:extLst>
          </p:cNvPr>
          <p:cNvSpPr/>
          <p:nvPr/>
        </p:nvSpPr>
        <p:spPr>
          <a:xfrm>
            <a:off x="8244145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DB0BB6C-A149-9530-AEBA-4FD5E1F68F23}"/>
              </a:ext>
            </a:extLst>
          </p:cNvPr>
          <p:cNvSpPr/>
          <p:nvPr/>
        </p:nvSpPr>
        <p:spPr>
          <a:xfrm>
            <a:off x="8690048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5B157C8-78C3-D6CC-945B-572BF0FBCB0C}"/>
              </a:ext>
            </a:extLst>
          </p:cNvPr>
          <p:cNvSpPr/>
          <p:nvPr/>
        </p:nvSpPr>
        <p:spPr>
          <a:xfrm>
            <a:off x="9113384" y="512233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100374F-1171-818D-EEC2-E44FF55EA778}"/>
              </a:ext>
            </a:extLst>
          </p:cNvPr>
          <p:cNvSpPr/>
          <p:nvPr/>
        </p:nvSpPr>
        <p:spPr>
          <a:xfrm>
            <a:off x="9554000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6AA0F33-1602-521A-929C-98C5D990679D}"/>
              </a:ext>
            </a:extLst>
          </p:cNvPr>
          <p:cNvSpPr/>
          <p:nvPr/>
        </p:nvSpPr>
        <p:spPr>
          <a:xfrm>
            <a:off x="9977336" y="512797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87C4715-1CEF-943B-D4AF-499A6F970012}"/>
              </a:ext>
            </a:extLst>
          </p:cNvPr>
          <p:cNvSpPr/>
          <p:nvPr/>
        </p:nvSpPr>
        <p:spPr>
          <a:xfrm>
            <a:off x="7747608" y="2093633"/>
            <a:ext cx="1733190" cy="40075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 letter word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4839D98-A919-2F1E-DC2F-B880EC59D58E}"/>
              </a:ext>
            </a:extLst>
          </p:cNvPr>
          <p:cNvSpPr/>
          <p:nvPr/>
        </p:nvSpPr>
        <p:spPr>
          <a:xfrm>
            <a:off x="7765442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A39CB4D-512C-7FC9-AD28-4C9900CD6381}"/>
              </a:ext>
            </a:extLst>
          </p:cNvPr>
          <p:cNvSpPr/>
          <p:nvPr/>
        </p:nvSpPr>
        <p:spPr>
          <a:xfrm>
            <a:off x="8188778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C6A1F2F-DDA9-F36C-3593-8F5A8FA964D9}"/>
              </a:ext>
            </a:extLst>
          </p:cNvPr>
          <p:cNvSpPr/>
          <p:nvPr/>
        </p:nvSpPr>
        <p:spPr>
          <a:xfrm>
            <a:off x="8615637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A4FC819-6E79-9721-AF07-2D3465A45E8B}"/>
              </a:ext>
            </a:extLst>
          </p:cNvPr>
          <p:cNvSpPr/>
          <p:nvPr/>
        </p:nvSpPr>
        <p:spPr>
          <a:xfrm>
            <a:off x="9038973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95FCDF58-3CA1-D030-BDB4-CD5D6CE2D3C1}"/>
              </a:ext>
            </a:extLst>
          </p:cNvPr>
          <p:cNvSpPr/>
          <p:nvPr/>
        </p:nvSpPr>
        <p:spPr>
          <a:xfrm>
            <a:off x="1692561" y="135731"/>
            <a:ext cx="4067175" cy="658653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E5630CF-B852-E1CB-C786-16F3A920481E}"/>
              </a:ext>
            </a:extLst>
          </p:cNvPr>
          <p:cNvSpPr>
            <a:spLocks noChangeAspect="1"/>
          </p:cNvSpPr>
          <p:nvPr/>
        </p:nvSpPr>
        <p:spPr>
          <a:xfrm>
            <a:off x="2082009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E0EC76D-1C1A-C1FF-C931-F080CFC4AAB6}"/>
              </a:ext>
            </a:extLst>
          </p:cNvPr>
          <p:cNvSpPr>
            <a:spLocks noChangeAspect="1"/>
          </p:cNvSpPr>
          <p:nvPr/>
        </p:nvSpPr>
        <p:spPr>
          <a:xfrm>
            <a:off x="4914129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61" name="Graphic 60" descr="Signal with solid fill">
            <a:extLst>
              <a:ext uri="{FF2B5EF4-FFF2-40B4-BE49-F238E27FC236}">
                <a16:creationId xmlns:a16="http://schemas.microsoft.com/office/drawing/2014/main" id="{E2C8B79B-8154-C542-AC60-3A1577072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9329" y="505123"/>
            <a:ext cx="365760" cy="365760"/>
          </a:xfrm>
          <a:prstGeom prst="rect">
            <a:avLst/>
          </a:prstGeom>
        </p:spPr>
      </p:pic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D3CDFBF9-D440-C96E-C7E5-6BA4597DA61D}"/>
              </a:ext>
            </a:extLst>
          </p:cNvPr>
          <p:cNvSpPr/>
          <p:nvPr/>
        </p:nvSpPr>
        <p:spPr>
          <a:xfrm>
            <a:off x="1862951" y="460586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72FD67F0-BD83-E56D-BF8B-AEF097593C4B}"/>
              </a:ext>
            </a:extLst>
          </p:cNvPr>
          <p:cNvSpPr/>
          <p:nvPr/>
        </p:nvSpPr>
        <p:spPr>
          <a:xfrm>
            <a:off x="2286287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9CE7440A-90C9-97DA-2ECB-A8ED48CD1EAE}"/>
              </a:ext>
            </a:extLst>
          </p:cNvPr>
          <p:cNvSpPr/>
          <p:nvPr/>
        </p:nvSpPr>
        <p:spPr>
          <a:xfrm>
            <a:off x="2726903" y="461151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DA812DE7-2BA9-85C5-0A03-A99684005762}"/>
              </a:ext>
            </a:extLst>
          </p:cNvPr>
          <p:cNvSpPr/>
          <p:nvPr/>
        </p:nvSpPr>
        <p:spPr>
          <a:xfrm>
            <a:off x="3150239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BDBB8CB7-C411-E935-80E4-12EF29098988}"/>
              </a:ext>
            </a:extLst>
          </p:cNvPr>
          <p:cNvSpPr/>
          <p:nvPr/>
        </p:nvSpPr>
        <p:spPr>
          <a:xfrm>
            <a:off x="3596142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39B8943D-5978-560E-6ACB-35EBCAAB3354}"/>
              </a:ext>
            </a:extLst>
          </p:cNvPr>
          <p:cNvSpPr/>
          <p:nvPr/>
        </p:nvSpPr>
        <p:spPr>
          <a:xfrm>
            <a:off x="4019478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287A2F9-175C-1C93-43A6-6CC7315E1E42}"/>
              </a:ext>
            </a:extLst>
          </p:cNvPr>
          <p:cNvSpPr/>
          <p:nvPr/>
        </p:nvSpPr>
        <p:spPr>
          <a:xfrm>
            <a:off x="4460094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4633D0D1-4522-EE57-C910-DF645179BC84}"/>
              </a:ext>
            </a:extLst>
          </p:cNvPr>
          <p:cNvSpPr/>
          <p:nvPr/>
        </p:nvSpPr>
        <p:spPr>
          <a:xfrm>
            <a:off x="4883430" y="462279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0C877AD4-4A50-C723-95F4-E05E652E4BE3}"/>
              </a:ext>
            </a:extLst>
          </p:cNvPr>
          <p:cNvSpPr/>
          <p:nvPr/>
        </p:nvSpPr>
        <p:spPr>
          <a:xfrm>
            <a:off x="5306766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56DD8469-B203-F42C-50D6-0A51504112F4}"/>
              </a:ext>
            </a:extLst>
          </p:cNvPr>
          <p:cNvSpPr/>
          <p:nvPr/>
        </p:nvSpPr>
        <p:spPr>
          <a:xfrm>
            <a:off x="1862951" y="563315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0DB06B02-ACC1-B36A-937E-8C235BF2B2C7}"/>
              </a:ext>
            </a:extLst>
          </p:cNvPr>
          <p:cNvSpPr/>
          <p:nvPr/>
        </p:nvSpPr>
        <p:spPr>
          <a:xfrm>
            <a:off x="2286287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11A9676-342D-844F-6EDB-293F26F2CF84}"/>
              </a:ext>
            </a:extLst>
          </p:cNvPr>
          <p:cNvSpPr/>
          <p:nvPr/>
        </p:nvSpPr>
        <p:spPr>
          <a:xfrm>
            <a:off x="2726903" y="563880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E180B51F-9C20-4338-8600-FCFA0EA1A06C}"/>
              </a:ext>
            </a:extLst>
          </p:cNvPr>
          <p:cNvSpPr/>
          <p:nvPr/>
        </p:nvSpPr>
        <p:spPr>
          <a:xfrm>
            <a:off x="3150239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4F1141E-2568-AF8F-59A5-83A5FC2765DC}"/>
              </a:ext>
            </a:extLst>
          </p:cNvPr>
          <p:cNvSpPr/>
          <p:nvPr/>
        </p:nvSpPr>
        <p:spPr>
          <a:xfrm>
            <a:off x="3596142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28344499-0D33-7FEA-A67D-B82EEFC6FE42}"/>
              </a:ext>
            </a:extLst>
          </p:cNvPr>
          <p:cNvSpPr/>
          <p:nvPr/>
        </p:nvSpPr>
        <p:spPr>
          <a:xfrm>
            <a:off x="4019478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A09A525A-642D-94CE-8188-35FF2D3D5590}"/>
              </a:ext>
            </a:extLst>
          </p:cNvPr>
          <p:cNvSpPr/>
          <p:nvPr/>
        </p:nvSpPr>
        <p:spPr>
          <a:xfrm>
            <a:off x="4460094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5594681B-79CC-26D6-8F96-84816D1F5E53}"/>
              </a:ext>
            </a:extLst>
          </p:cNvPr>
          <p:cNvSpPr/>
          <p:nvPr/>
        </p:nvSpPr>
        <p:spPr>
          <a:xfrm>
            <a:off x="4883430" y="565008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C800BE9D-F938-5AA6-4772-A1AF2241E57F}"/>
              </a:ext>
            </a:extLst>
          </p:cNvPr>
          <p:cNvSpPr/>
          <p:nvPr/>
        </p:nvSpPr>
        <p:spPr>
          <a:xfrm>
            <a:off x="5306766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10A818-0E40-F1E4-820B-6186121E5EE8}"/>
              </a:ext>
            </a:extLst>
          </p:cNvPr>
          <p:cNvSpPr/>
          <p:nvPr/>
        </p:nvSpPr>
        <p:spPr>
          <a:xfrm>
            <a:off x="2063685" y="511104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E8DD7F62-C666-EE4D-187A-3F3FFF7AB2E8}"/>
              </a:ext>
            </a:extLst>
          </p:cNvPr>
          <p:cNvSpPr/>
          <p:nvPr/>
        </p:nvSpPr>
        <p:spPr>
          <a:xfrm>
            <a:off x="2487021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27B7AF79-2BCF-9C77-0E4C-7D05091D655E}"/>
              </a:ext>
            </a:extLst>
          </p:cNvPr>
          <p:cNvSpPr/>
          <p:nvPr/>
        </p:nvSpPr>
        <p:spPr>
          <a:xfrm>
            <a:off x="2927637" y="511669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CC2847CF-AB84-942B-B657-8F7AEF2E0A91}"/>
              </a:ext>
            </a:extLst>
          </p:cNvPr>
          <p:cNvSpPr/>
          <p:nvPr/>
        </p:nvSpPr>
        <p:spPr>
          <a:xfrm>
            <a:off x="3350973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ECF49B76-5B28-F846-6A62-A8E3F43E43E7}"/>
              </a:ext>
            </a:extLst>
          </p:cNvPr>
          <p:cNvSpPr/>
          <p:nvPr/>
        </p:nvSpPr>
        <p:spPr>
          <a:xfrm>
            <a:off x="3796876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42DF63C7-7F1F-C0CD-D98A-44AAE996EBC5}"/>
              </a:ext>
            </a:extLst>
          </p:cNvPr>
          <p:cNvSpPr/>
          <p:nvPr/>
        </p:nvSpPr>
        <p:spPr>
          <a:xfrm>
            <a:off x="4220212" y="512233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7A5BA43A-EEC2-BC1D-2822-F5DBDBE3C537}"/>
              </a:ext>
            </a:extLst>
          </p:cNvPr>
          <p:cNvSpPr/>
          <p:nvPr/>
        </p:nvSpPr>
        <p:spPr>
          <a:xfrm>
            <a:off x="4660828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0F7BAB2-7A52-36AD-2EF0-A193628BF06D}"/>
              </a:ext>
            </a:extLst>
          </p:cNvPr>
          <p:cNvSpPr/>
          <p:nvPr/>
        </p:nvSpPr>
        <p:spPr>
          <a:xfrm>
            <a:off x="5084164" y="512797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54823B70-6B9E-B5BD-FF44-AC0AE71034A2}"/>
              </a:ext>
            </a:extLst>
          </p:cNvPr>
          <p:cNvSpPr/>
          <p:nvPr/>
        </p:nvSpPr>
        <p:spPr>
          <a:xfrm>
            <a:off x="2585744" y="1612591"/>
            <a:ext cx="2354530" cy="272534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Today’s trigram is…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A1E4557-3D54-B374-15A1-57B293EDFC00}"/>
              </a:ext>
            </a:extLst>
          </p:cNvPr>
          <p:cNvSpPr/>
          <p:nvPr/>
        </p:nvSpPr>
        <p:spPr>
          <a:xfrm>
            <a:off x="2843027" y="2060423"/>
            <a:ext cx="1839964" cy="84858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C A 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B49F1D6-294B-113E-5C8E-AE189EC33033}"/>
              </a:ext>
            </a:extLst>
          </p:cNvPr>
          <p:cNvSpPr/>
          <p:nvPr/>
        </p:nvSpPr>
        <p:spPr>
          <a:xfrm>
            <a:off x="2352307" y="3303013"/>
            <a:ext cx="2821404" cy="211227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Your words must contain ‘CAT’</a:t>
            </a:r>
          </a:p>
        </p:txBody>
      </p:sp>
    </p:spTree>
    <p:extLst>
      <p:ext uri="{BB962C8B-B14F-4D97-AF65-F5344CB8AC3E}">
        <p14:creationId xmlns:p14="http://schemas.microsoft.com/office/powerpoint/2010/main" val="3411824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3665A4-99D4-4929-82D2-60F98240F1AC}"/>
              </a:ext>
            </a:extLst>
          </p:cNvPr>
          <p:cNvSpPr/>
          <p:nvPr/>
        </p:nvSpPr>
        <p:spPr>
          <a:xfrm>
            <a:off x="-133384" y="135731"/>
            <a:ext cx="4067175" cy="6586538"/>
          </a:xfrm>
          <a:prstGeom prst="roundRect">
            <a:avLst/>
          </a:prstGeom>
          <a:solidFill>
            <a:srgbClr val="CBEA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8E97B8-CA4D-6F0D-DFC6-B7E559D5F8A6}"/>
              </a:ext>
            </a:extLst>
          </p:cNvPr>
          <p:cNvSpPr/>
          <p:nvPr/>
        </p:nvSpPr>
        <p:spPr>
          <a:xfrm>
            <a:off x="1256560" y="416455"/>
            <a:ext cx="1287288" cy="5431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 A 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C87A067-0D43-2F1E-F6BA-479819CC04C0}"/>
              </a:ext>
            </a:extLst>
          </p:cNvPr>
          <p:cNvSpPr>
            <a:spLocks noChangeAspect="1"/>
          </p:cNvSpPr>
          <p:nvPr/>
        </p:nvSpPr>
        <p:spPr>
          <a:xfrm>
            <a:off x="256064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AE00C9-ECA1-11AD-A0CC-AC85494E67F0}"/>
              </a:ext>
            </a:extLst>
          </p:cNvPr>
          <p:cNvSpPr>
            <a:spLocks noChangeAspect="1"/>
          </p:cNvSpPr>
          <p:nvPr/>
        </p:nvSpPr>
        <p:spPr>
          <a:xfrm>
            <a:off x="3088184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B881E-7350-9742-D476-CD5E6CFD253D}"/>
              </a:ext>
            </a:extLst>
          </p:cNvPr>
          <p:cNvSpPr/>
          <p:nvPr/>
        </p:nvSpPr>
        <p:spPr>
          <a:xfrm>
            <a:off x="1256560" y="999067"/>
            <a:ext cx="1287288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Score: 7/12</a:t>
            </a:r>
          </a:p>
        </p:txBody>
      </p:sp>
      <p:pic>
        <p:nvPicPr>
          <p:cNvPr id="14" name="Graphic 13" descr="Signal with solid fill">
            <a:extLst>
              <a:ext uri="{FF2B5EF4-FFF2-40B4-BE49-F238E27FC236}">
                <a16:creationId xmlns:a16="http://schemas.microsoft.com/office/drawing/2014/main" id="{F44E2E8B-6BAB-0C37-4B15-D20667ED0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3384" y="505123"/>
            <a:ext cx="365760" cy="365760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F3916C6-7F70-B14F-BABE-F6FA23AD0B23}"/>
              </a:ext>
            </a:extLst>
          </p:cNvPr>
          <p:cNvSpPr/>
          <p:nvPr/>
        </p:nvSpPr>
        <p:spPr>
          <a:xfrm>
            <a:off x="37006" y="460586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C22149E-6FDA-E3CD-0511-74EC5F544C45}"/>
              </a:ext>
            </a:extLst>
          </p:cNvPr>
          <p:cNvSpPr/>
          <p:nvPr/>
        </p:nvSpPr>
        <p:spPr>
          <a:xfrm>
            <a:off x="460342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9D42928-64FA-72DB-3D52-F66659DCA670}"/>
              </a:ext>
            </a:extLst>
          </p:cNvPr>
          <p:cNvSpPr/>
          <p:nvPr/>
        </p:nvSpPr>
        <p:spPr>
          <a:xfrm>
            <a:off x="900958" y="461151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72EAD3D-A5D0-7237-79C5-CEB272F603C8}"/>
              </a:ext>
            </a:extLst>
          </p:cNvPr>
          <p:cNvSpPr/>
          <p:nvPr/>
        </p:nvSpPr>
        <p:spPr>
          <a:xfrm>
            <a:off x="1324294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73C6513-A988-4802-7AE9-6DEA07C7F865}"/>
              </a:ext>
            </a:extLst>
          </p:cNvPr>
          <p:cNvSpPr/>
          <p:nvPr/>
        </p:nvSpPr>
        <p:spPr>
          <a:xfrm>
            <a:off x="1770197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7558545-73B7-D971-65C2-056D7740E9A6}"/>
              </a:ext>
            </a:extLst>
          </p:cNvPr>
          <p:cNvSpPr/>
          <p:nvPr/>
        </p:nvSpPr>
        <p:spPr>
          <a:xfrm>
            <a:off x="2193533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5B2DCD8-CE6B-6E87-CC2C-25BD41997E91}"/>
              </a:ext>
            </a:extLst>
          </p:cNvPr>
          <p:cNvSpPr/>
          <p:nvPr/>
        </p:nvSpPr>
        <p:spPr>
          <a:xfrm>
            <a:off x="2634149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4E8FFF8-729C-A234-B91E-D9FD9905DA4B}"/>
              </a:ext>
            </a:extLst>
          </p:cNvPr>
          <p:cNvSpPr/>
          <p:nvPr/>
        </p:nvSpPr>
        <p:spPr>
          <a:xfrm>
            <a:off x="3057485" y="462279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B15BB32-9F8A-AA04-7008-6A7DA8ED0B0E}"/>
              </a:ext>
            </a:extLst>
          </p:cNvPr>
          <p:cNvSpPr/>
          <p:nvPr/>
        </p:nvSpPr>
        <p:spPr>
          <a:xfrm>
            <a:off x="3480821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400D64C-6CCD-C980-0D1B-E2044E984F1F}"/>
              </a:ext>
            </a:extLst>
          </p:cNvPr>
          <p:cNvSpPr/>
          <p:nvPr/>
        </p:nvSpPr>
        <p:spPr>
          <a:xfrm>
            <a:off x="37006" y="563315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E55B3ED-5DD3-35EB-4779-17FA8E9622AF}"/>
              </a:ext>
            </a:extLst>
          </p:cNvPr>
          <p:cNvSpPr/>
          <p:nvPr/>
        </p:nvSpPr>
        <p:spPr>
          <a:xfrm>
            <a:off x="460342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86B5A14-1D17-3EE7-9627-BEF3237F6927}"/>
              </a:ext>
            </a:extLst>
          </p:cNvPr>
          <p:cNvSpPr/>
          <p:nvPr/>
        </p:nvSpPr>
        <p:spPr>
          <a:xfrm>
            <a:off x="900958" y="563880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1E54453-BCB1-D1B0-BF89-88C6CE4ED1D1}"/>
              </a:ext>
            </a:extLst>
          </p:cNvPr>
          <p:cNvSpPr/>
          <p:nvPr/>
        </p:nvSpPr>
        <p:spPr>
          <a:xfrm>
            <a:off x="1324294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EF35F58-F3A0-35D9-597E-747DCD5FD71A}"/>
              </a:ext>
            </a:extLst>
          </p:cNvPr>
          <p:cNvSpPr/>
          <p:nvPr/>
        </p:nvSpPr>
        <p:spPr>
          <a:xfrm>
            <a:off x="1770197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1119928-4EE2-D3C2-7B9D-718AD2A2B874}"/>
              </a:ext>
            </a:extLst>
          </p:cNvPr>
          <p:cNvSpPr/>
          <p:nvPr/>
        </p:nvSpPr>
        <p:spPr>
          <a:xfrm>
            <a:off x="2193533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C2C9133-6ED2-80A3-F87E-F9A0E6CB72E7}"/>
              </a:ext>
            </a:extLst>
          </p:cNvPr>
          <p:cNvSpPr/>
          <p:nvPr/>
        </p:nvSpPr>
        <p:spPr>
          <a:xfrm>
            <a:off x="2634149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A214849-2F58-8436-AB4E-0C5669FEB2D6}"/>
              </a:ext>
            </a:extLst>
          </p:cNvPr>
          <p:cNvSpPr/>
          <p:nvPr/>
        </p:nvSpPr>
        <p:spPr>
          <a:xfrm>
            <a:off x="3057485" y="565008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3378750-26FF-6F54-A1CE-1374B6D9B8F2}"/>
              </a:ext>
            </a:extLst>
          </p:cNvPr>
          <p:cNvSpPr/>
          <p:nvPr/>
        </p:nvSpPr>
        <p:spPr>
          <a:xfrm>
            <a:off x="3480821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0E23087-45C4-032A-2EEC-9C7CC41ABF57}"/>
              </a:ext>
            </a:extLst>
          </p:cNvPr>
          <p:cNvSpPr/>
          <p:nvPr/>
        </p:nvSpPr>
        <p:spPr>
          <a:xfrm>
            <a:off x="237740" y="511104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B62ED74-E0D6-D6F7-4A0E-B9E59C3F6ECF}"/>
              </a:ext>
            </a:extLst>
          </p:cNvPr>
          <p:cNvSpPr/>
          <p:nvPr/>
        </p:nvSpPr>
        <p:spPr>
          <a:xfrm>
            <a:off x="661076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0383847-E1C9-816A-C0A5-7A8DB6EC0E2C}"/>
              </a:ext>
            </a:extLst>
          </p:cNvPr>
          <p:cNvSpPr/>
          <p:nvPr/>
        </p:nvSpPr>
        <p:spPr>
          <a:xfrm>
            <a:off x="1101692" y="511669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62EF80C-3B20-5CE3-85DC-997E91DCD9A6}"/>
              </a:ext>
            </a:extLst>
          </p:cNvPr>
          <p:cNvSpPr/>
          <p:nvPr/>
        </p:nvSpPr>
        <p:spPr>
          <a:xfrm>
            <a:off x="1525028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DB0BB6C-A149-9530-AEBA-4FD5E1F68F23}"/>
              </a:ext>
            </a:extLst>
          </p:cNvPr>
          <p:cNvSpPr/>
          <p:nvPr/>
        </p:nvSpPr>
        <p:spPr>
          <a:xfrm>
            <a:off x="1970931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5B157C8-78C3-D6CC-945B-572BF0FBCB0C}"/>
              </a:ext>
            </a:extLst>
          </p:cNvPr>
          <p:cNvSpPr/>
          <p:nvPr/>
        </p:nvSpPr>
        <p:spPr>
          <a:xfrm>
            <a:off x="2394267" y="512233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100374F-1171-818D-EEC2-E44FF55EA778}"/>
              </a:ext>
            </a:extLst>
          </p:cNvPr>
          <p:cNvSpPr/>
          <p:nvPr/>
        </p:nvSpPr>
        <p:spPr>
          <a:xfrm>
            <a:off x="2834883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6AA0F33-1602-521A-929C-98C5D990679D}"/>
              </a:ext>
            </a:extLst>
          </p:cNvPr>
          <p:cNvSpPr/>
          <p:nvPr/>
        </p:nvSpPr>
        <p:spPr>
          <a:xfrm>
            <a:off x="3258219" y="512797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B3200C0E-84F0-5C2D-41E6-DA97905BA034}"/>
              </a:ext>
            </a:extLst>
          </p:cNvPr>
          <p:cNvSpPr/>
          <p:nvPr/>
        </p:nvSpPr>
        <p:spPr>
          <a:xfrm>
            <a:off x="4074562" y="135731"/>
            <a:ext cx="4067175" cy="6586538"/>
          </a:xfrm>
          <a:prstGeom prst="roundRect">
            <a:avLst/>
          </a:prstGeom>
          <a:solidFill>
            <a:srgbClr val="CBEA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B5BCC9B1-AA94-CF67-53A7-69AAD4B1DF99}"/>
              </a:ext>
            </a:extLst>
          </p:cNvPr>
          <p:cNvSpPr/>
          <p:nvPr/>
        </p:nvSpPr>
        <p:spPr>
          <a:xfrm>
            <a:off x="5464506" y="416455"/>
            <a:ext cx="1287288" cy="5431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 A T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C00EC3C-A3A5-5BB2-EB8A-0766598FE428}"/>
              </a:ext>
            </a:extLst>
          </p:cNvPr>
          <p:cNvSpPr/>
          <p:nvPr/>
        </p:nvSpPr>
        <p:spPr>
          <a:xfrm>
            <a:off x="5171825" y="2656925"/>
            <a:ext cx="2124305" cy="57573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62F3FE5-E900-8780-350C-7C0B4200CD05}"/>
              </a:ext>
            </a:extLst>
          </p:cNvPr>
          <p:cNvSpPr>
            <a:spLocks noChangeAspect="1"/>
          </p:cNvSpPr>
          <p:nvPr/>
        </p:nvSpPr>
        <p:spPr>
          <a:xfrm>
            <a:off x="4464010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2B7D25DF-52FF-4CEE-06DD-43F2A0DC166E}"/>
              </a:ext>
            </a:extLst>
          </p:cNvPr>
          <p:cNvSpPr>
            <a:spLocks noChangeAspect="1"/>
          </p:cNvSpPr>
          <p:nvPr/>
        </p:nvSpPr>
        <p:spPr>
          <a:xfrm>
            <a:off x="7296130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02EE5D57-7A61-93C7-47C7-330DCD8DEAEB}"/>
              </a:ext>
            </a:extLst>
          </p:cNvPr>
          <p:cNvSpPr/>
          <p:nvPr/>
        </p:nvSpPr>
        <p:spPr>
          <a:xfrm>
            <a:off x="5447925" y="1038445"/>
            <a:ext cx="1287288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Round I of III</a:t>
            </a:r>
          </a:p>
        </p:txBody>
      </p:sp>
      <p:pic>
        <p:nvPicPr>
          <p:cNvPr id="107" name="Graphic 106" descr="Signal with solid fill">
            <a:extLst>
              <a:ext uri="{FF2B5EF4-FFF2-40B4-BE49-F238E27FC236}">
                <a16:creationId xmlns:a16="http://schemas.microsoft.com/office/drawing/2014/main" id="{46C5EB0C-FA40-BB07-1161-FE9FA9676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1330" y="505123"/>
            <a:ext cx="365760" cy="365760"/>
          </a:xfrm>
          <a:prstGeom prst="rect">
            <a:avLst/>
          </a:prstGeom>
        </p:spPr>
      </p:pic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183843A5-112A-AD55-EBF0-E47145BC7443}"/>
              </a:ext>
            </a:extLst>
          </p:cNvPr>
          <p:cNvSpPr/>
          <p:nvPr/>
        </p:nvSpPr>
        <p:spPr>
          <a:xfrm>
            <a:off x="4244952" y="460586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901A0061-0E24-9C69-5087-C9EA9F0739DF}"/>
              </a:ext>
            </a:extLst>
          </p:cNvPr>
          <p:cNvSpPr/>
          <p:nvPr/>
        </p:nvSpPr>
        <p:spPr>
          <a:xfrm>
            <a:off x="4668288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D80AA2AD-2E08-6FB4-FCA6-45F27AD8CB46}"/>
              </a:ext>
            </a:extLst>
          </p:cNvPr>
          <p:cNvSpPr/>
          <p:nvPr/>
        </p:nvSpPr>
        <p:spPr>
          <a:xfrm>
            <a:off x="5108904" y="461151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9ACC42B7-10B3-6638-9BDB-2F266931EC45}"/>
              </a:ext>
            </a:extLst>
          </p:cNvPr>
          <p:cNvSpPr/>
          <p:nvPr/>
        </p:nvSpPr>
        <p:spPr>
          <a:xfrm>
            <a:off x="5532240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41B7C189-615F-9B8C-71F0-0B5864FFF2A5}"/>
              </a:ext>
            </a:extLst>
          </p:cNvPr>
          <p:cNvSpPr/>
          <p:nvPr/>
        </p:nvSpPr>
        <p:spPr>
          <a:xfrm>
            <a:off x="5978143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EE8D2451-2432-F509-49DF-C6B102438AD6}"/>
              </a:ext>
            </a:extLst>
          </p:cNvPr>
          <p:cNvSpPr/>
          <p:nvPr/>
        </p:nvSpPr>
        <p:spPr>
          <a:xfrm>
            <a:off x="6401479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3DF04FAC-BFE0-FA43-2B6D-FD267D533036}"/>
              </a:ext>
            </a:extLst>
          </p:cNvPr>
          <p:cNvSpPr/>
          <p:nvPr/>
        </p:nvSpPr>
        <p:spPr>
          <a:xfrm>
            <a:off x="6842095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A224FF95-E2EB-1AA8-CD3B-8628D55F05CF}"/>
              </a:ext>
            </a:extLst>
          </p:cNvPr>
          <p:cNvSpPr/>
          <p:nvPr/>
        </p:nvSpPr>
        <p:spPr>
          <a:xfrm>
            <a:off x="7265431" y="462279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D8E92845-2BFF-3851-5F15-4B94D803D41C}"/>
              </a:ext>
            </a:extLst>
          </p:cNvPr>
          <p:cNvSpPr/>
          <p:nvPr/>
        </p:nvSpPr>
        <p:spPr>
          <a:xfrm>
            <a:off x="7688767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42930F2D-CC92-10E5-90C9-2D4B542437ED}"/>
              </a:ext>
            </a:extLst>
          </p:cNvPr>
          <p:cNvSpPr/>
          <p:nvPr/>
        </p:nvSpPr>
        <p:spPr>
          <a:xfrm>
            <a:off x="4244952" y="563315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F6A7564B-E3A5-927F-BF8A-5B83E0D2DC19}"/>
              </a:ext>
            </a:extLst>
          </p:cNvPr>
          <p:cNvSpPr/>
          <p:nvPr/>
        </p:nvSpPr>
        <p:spPr>
          <a:xfrm>
            <a:off x="4668288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B0485087-58B7-CBBE-AB79-0FBD998E64DC}"/>
              </a:ext>
            </a:extLst>
          </p:cNvPr>
          <p:cNvSpPr/>
          <p:nvPr/>
        </p:nvSpPr>
        <p:spPr>
          <a:xfrm>
            <a:off x="5108904" y="563880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FA40CF91-6C7D-8A76-872D-9CEE267E0628}"/>
              </a:ext>
            </a:extLst>
          </p:cNvPr>
          <p:cNvSpPr/>
          <p:nvPr/>
        </p:nvSpPr>
        <p:spPr>
          <a:xfrm>
            <a:off x="5532240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93BE32E8-546C-C265-D8EB-89CBC59FA34B}"/>
              </a:ext>
            </a:extLst>
          </p:cNvPr>
          <p:cNvSpPr/>
          <p:nvPr/>
        </p:nvSpPr>
        <p:spPr>
          <a:xfrm>
            <a:off x="5978143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19366C3E-1BFF-BBAE-3AEA-AD83B943C902}"/>
              </a:ext>
            </a:extLst>
          </p:cNvPr>
          <p:cNvSpPr/>
          <p:nvPr/>
        </p:nvSpPr>
        <p:spPr>
          <a:xfrm>
            <a:off x="6401479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014F2772-DF64-FCB7-8F0F-F1798D89BC8B}"/>
              </a:ext>
            </a:extLst>
          </p:cNvPr>
          <p:cNvSpPr/>
          <p:nvPr/>
        </p:nvSpPr>
        <p:spPr>
          <a:xfrm>
            <a:off x="6842095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A1C2F26E-23D3-348D-AD73-83CDF797798C}"/>
              </a:ext>
            </a:extLst>
          </p:cNvPr>
          <p:cNvSpPr/>
          <p:nvPr/>
        </p:nvSpPr>
        <p:spPr>
          <a:xfrm>
            <a:off x="7265431" y="565008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A60F9303-9399-8F9E-B97E-57AFAC9171D7}"/>
              </a:ext>
            </a:extLst>
          </p:cNvPr>
          <p:cNvSpPr/>
          <p:nvPr/>
        </p:nvSpPr>
        <p:spPr>
          <a:xfrm>
            <a:off x="7688767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97A235E8-8710-9B93-A529-7B7A2FCB73BA}"/>
              </a:ext>
            </a:extLst>
          </p:cNvPr>
          <p:cNvSpPr/>
          <p:nvPr/>
        </p:nvSpPr>
        <p:spPr>
          <a:xfrm>
            <a:off x="4445686" y="511104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FEE2BB20-3EEB-42BE-EEF0-266B9C5A436B}"/>
              </a:ext>
            </a:extLst>
          </p:cNvPr>
          <p:cNvSpPr/>
          <p:nvPr/>
        </p:nvSpPr>
        <p:spPr>
          <a:xfrm>
            <a:off x="4869022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BB29E124-D981-4B0B-480E-99430C842CE9}"/>
              </a:ext>
            </a:extLst>
          </p:cNvPr>
          <p:cNvSpPr/>
          <p:nvPr/>
        </p:nvSpPr>
        <p:spPr>
          <a:xfrm>
            <a:off x="5309638" y="511669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8E561D55-B736-AE1B-4D46-538403091DD8}"/>
              </a:ext>
            </a:extLst>
          </p:cNvPr>
          <p:cNvSpPr/>
          <p:nvPr/>
        </p:nvSpPr>
        <p:spPr>
          <a:xfrm>
            <a:off x="5732974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B36FEB0A-2C8E-905C-B635-A50764E6B391}"/>
              </a:ext>
            </a:extLst>
          </p:cNvPr>
          <p:cNvSpPr/>
          <p:nvPr/>
        </p:nvSpPr>
        <p:spPr>
          <a:xfrm>
            <a:off x="6178877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FC279730-F43D-B77B-2207-299D511A5647}"/>
              </a:ext>
            </a:extLst>
          </p:cNvPr>
          <p:cNvSpPr/>
          <p:nvPr/>
        </p:nvSpPr>
        <p:spPr>
          <a:xfrm>
            <a:off x="6602213" y="512233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B26FA99A-4A5A-65BF-E2AC-5DCA72A27A49}"/>
              </a:ext>
            </a:extLst>
          </p:cNvPr>
          <p:cNvSpPr/>
          <p:nvPr/>
        </p:nvSpPr>
        <p:spPr>
          <a:xfrm>
            <a:off x="7042829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E091DBAB-460D-AA95-719B-E75FD6C269D0}"/>
              </a:ext>
            </a:extLst>
          </p:cNvPr>
          <p:cNvSpPr/>
          <p:nvPr/>
        </p:nvSpPr>
        <p:spPr>
          <a:xfrm>
            <a:off x="7466165" y="512797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A885CA87-2311-38E0-BB71-BE234DF75F95}"/>
              </a:ext>
            </a:extLst>
          </p:cNvPr>
          <p:cNvSpPr/>
          <p:nvPr/>
        </p:nvSpPr>
        <p:spPr>
          <a:xfrm>
            <a:off x="4471442" y="1817509"/>
            <a:ext cx="456160" cy="457200"/>
          </a:xfrm>
          <a:prstGeom prst="ellipse">
            <a:avLst/>
          </a:prstGeom>
          <a:solidFill>
            <a:srgbClr val="CBEADF"/>
          </a:solidFill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394F7EE-9BCF-3A6B-25AB-A06E33A44A21}"/>
              </a:ext>
            </a:extLst>
          </p:cNvPr>
          <p:cNvSpPr/>
          <p:nvPr/>
        </p:nvSpPr>
        <p:spPr>
          <a:xfrm>
            <a:off x="5163049" y="1758243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C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F1F8E4D-BA99-B4BC-2B15-DE8592D08EE2}"/>
              </a:ext>
            </a:extLst>
          </p:cNvPr>
          <p:cNvSpPr/>
          <p:nvPr/>
        </p:nvSpPr>
        <p:spPr>
          <a:xfrm>
            <a:off x="5586385" y="1758243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A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3F74069-223C-DAFD-3FF1-04F1C7A5C854}"/>
              </a:ext>
            </a:extLst>
          </p:cNvPr>
          <p:cNvSpPr/>
          <p:nvPr/>
        </p:nvSpPr>
        <p:spPr>
          <a:xfrm>
            <a:off x="6013244" y="1758243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T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3E459D5-3A08-0249-1C73-D77F939A9F4B}"/>
              </a:ext>
            </a:extLst>
          </p:cNvPr>
          <p:cNvSpPr/>
          <p:nvPr/>
        </p:nvSpPr>
        <p:spPr>
          <a:xfrm>
            <a:off x="6436580" y="1758243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S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5C1768D3-DEB4-0AC6-FA49-9E7D8BF5E8D1}"/>
              </a:ext>
            </a:extLst>
          </p:cNvPr>
          <p:cNvSpPr/>
          <p:nvPr/>
        </p:nvSpPr>
        <p:spPr>
          <a:xfrm>
            <a:off x="4471442" y="2718415"/>
            <a:ext cx="45616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3D4BD38E-5D80-7E36-5A64-80EF11B59F00}"/>
              </a:ext>
            </a:extLst>
          </p:cNvPr>
          <p:cNvSpPr/>
          <p:nvPr/>
        </p:nvSpPr>
        <p:spPr>
          <a:xfrm>
            <a:off x="5163049" y="2654797"/>
            <a:ext cx="416814" cy="57573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u="sng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AA24A40-CBC3-CA85-D3AF-689596749BAF}"/>
              </a:ext>
            </a:extLst>
          </p:cNvPr>
          <p:cNvSpPr/>
          <p:nvPr/>
        </p:nvSpPr>
        <p:spPr>
          <a:xfrm>
            <a:off x="5586385" y="2654797"/>
            <a:ext cx="416814" cy="57573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u="sng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320FBF8-89A2-2AD1-71F7-CA287B82160F}"/>
              </a:ext>
            </a:extLst>
          </p:cNvPr>
          <p:cNvSpPr/>
          <p:nvPr/>
        </p:nvSpPr>
        <p:spPr>
          <a:xfrm>
            <a:off x="6013244" y="2654797"/>
            <a:ext cx="416814" cy="57573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u="sng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3FDC5F6D-7237-AABE-2B77-8E5C51166D2E}"/>
              </a:ext>
            </a:extLst>
          </p:cNvPr>
          <p:cNvSpPr/>
          <p:nvPr/>
        </p:nvSpPr>
        <p:spPr>
          <a:xfrm>
            <a:off x="6433405" y="2654797"/>
            <a:ext cx="416814" cy="57573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u="sng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906554AF-45E9-0BB0-D37F-8F79EB6BF82D}"/>
              </a:ext>
            </a:extLst>
          </p:cNvPr>
          <p:cNvSpPr/>
          <p:nvPr/>
        </p:nvSpPr>
        <p:spPr>
          <a:xfrm>
            <a:off x="4471442" y="3616218"/>
            <a:ext cx="456160" cy="457200"/>
          </a:xfrm>
          <a:prstGeom prst="ellipse">
            <a:avLst/>
          </a:prstGeom>
          <a:solidFill>
            <a:srgbClr val="CBEADF"/>
          </a:solidFill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6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E517B221-8209-5453-7719-3547F15E9534}"/>
              </a:ext>
            </a:extLst>
          </p:cNvPr>
          <p:cNvSpPr/>
          <p:nvPr/>
        </p:nvSpPr>
        <p:spPr>
          <a:xfrm>
            <a:off x="5163049" y="3556952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rgbClr val="71827C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8E08D31-E1B5-5D54-E051-1A2D868DA500}"/>
              </a:ext>
            </a:extLst>
          </p:cNvPr>
          <p:cNvSpPr/>
          <p:nvPr/>
        </p:nvSpPr>
        <p:spPr>
          <a:xfrm>
            <a:off x="5586385" y="3556952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rgbClr val="71827C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43F58AA-68A1-7EF1-218C-6ACD9FE51FA1}"/>
              </a:ext>
            </a:extLst>
          </p:cNvPr>
          <p:cNvSpPr/>
          <p:nvPr/>
        </p:nvSpPr>
        <p:spPr>
          <a:xfrm>
            <a:off x="6013244" y="3556952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rgbClr val="71827C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BBFBB2E-E2F4-DF17-BFFB-CEC0985E245A}"/>
              </a:ext>
            </a:extLst>
          </p:cNvPr>
          <p:cNvSpPr/>
          <p:nvPr/>
        </p:nvSpPr>
        <p:spPr>
          <a:xfrm>
            <a:off x="6436580" y="3556952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A7BDB6BC-B215-7E21-B881-EFD53E615356}"/>
              </a:ext>
            </a:extLst>
          </p:cNvPr>
          <p:cNvSpPr/>
          <p:nvPr/>
        </p:nvSpPr>
        <p:spPr>
          <a:xfrm>
            <a:off x="6846284" y="2654172"/>
            <a:ext cx="416814" cy="57573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_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AA525E0-D492-9658-F3C2-5F649E556C9E}"/>
              </a:ext>
            </a:extLst>
          </p:cNvPr>
          <p:cNvSpPr/>
          <p:nvPr/>
        </p:nvSpPr>
        <p:spPr>
          <a:xfrm>
            <a:off x="6853394" y="3559080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4AC37D0F-967D-5F07-99F9-C03765788817}"/>
              </a:ext>
            </a:extLst>
          </p:cNvPr>
          <p:cNvSpPr/>
          <p:nvPr/>
        </p:nvSpPr>
        <p:spPr>
          <a:xfrm>
            <a:off x="7266273" y="3558455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1FD46990-E9A3-B386-1D43-91FD463A0BBE}"/>
              </a:ext>
            </a:extLst>
          </p:cNvPr>
          <p:cNvSpPr/>
          <p:nvPr/>
        </p:nvSpPr>
        <p:spPr>
          <a:xfrm>
            <a:off x="5163049" y="1758243"/>
            <a:ext cx="1683235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3" name="Rounded Rectangle 152">
            <a:extLst>
              <a:ext uri="{FF2B5EF4-FFF2-40B4-BE49-F238E27FC236}">
                <a16:creationId xmlns:a16="http://schemas.microsoft.com/office/drawing/2014/main" id="{930A7582-39BB-B8D3-429B-890E71B137D4}"/>
              </a:ext>
            </a:extLst>
          </p:cNvPr>
          <p:cNvSpPr/>
          <p:nvPr/>
        </p:nvSpPr>
        <p:spPr>
          <a:xfrm>
            <a:off x="5153578" y="3564727"/>
            <a:ext cx="2529509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486018F9-10A6-778B-E5BF-EC4740B0990F}"/>
              </a:ext>
            </a:extLst>
          </p:cNvPr>
          <p:cNvSpPr/>
          <p:nvPr/>
        </p:nvSpPr>
        <p:spPr>
          <a:xfrm>
            <a:off x="850081" y="3564727"/>
            <a:ext cx="2529509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3B418638-BDCE-70DF-00A0-7BF69EFAF58E}"/>
              </a:ext>
            </a:extLst>
          </p:cNvPr>
          <p:cNvSpPr/>
          <p:nvPr/>
        </p:nvSpPr>
        <p:spPr>
          <a:xfrm>
            <a:off x="850081" y="2650325"/>
            <a:ext cx="2117803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1C18C0C0-B96B-95BA-84CF-C7AFA7552901}"/>
              </a:ext>
            </a:extLst>
          </p:cNvPr>
          <p:cNvSpPr/>
          <p:nvPr/>
        </p:nvSpPr>
        <p:spPr>
          <a:xfrm>
            <a:off x="142660" y="1817509"/>
            <a:ext cx="45616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BFF45A95-3A40-428E-3A32-A0C95A970019}"/>
              </a:ext>
            </a:extLst>
          </p:cNvPr>
          <p:cNvSpPr/>
          <p:nvPr/>
        </p:nvSpPr>
        <p:spPr>
          <a:xfrm>
            <a:off x="142660" y="2718415"/>
            <a:ext cx="456160" cy="457200"/>
          </a:xfrm>
          <a:prstGeom prst="ellipse">
            <a:avLst/>
          </a:prstGeom>
          <a:solidFill>
            <a:srgbClr val="CBEADF"/>
          </a:solidFill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5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6DE8DA51-5209-1DF6-512B-62802D337A83}"/>
              </a:ext>
            </a:extLst>
          </p:cNvPr>
          <p:cNvSpPr/>
          <p:nvPr/>
        </p:nvSpPr>
        <p:spPr>
          <a:xfrm>
            <a:off x="142660" y="3616218"/>
            <a:ext cx="456160" cy="457200"/>
          </a:xfrm>
          <a:prstGeom prst="ellipse">
            <a:avLst/>
          </a:prstGeom>
          <a:solidFill>
            <a:srgbClr val="CBEADF"/>
          </a:solidFill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6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5F6994C-2943-73DC-0829-FC4FF5F40500}"/>
              </a:ext>
            </a:extLst>
          </p:cNvPr>
          <p:cNvSpPr/>
          <p:nvPr/>
        </p:nvSpPr>
        <p:spPr>
          <a:xfrm>
            <a:off x="844201" y="1752962"/>
            <a:ext cx="416814" cy="57573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34B2D221-8B08-9965-2159-6382E49ED923}"/>
              </a:ext>
            </a:extLst>
          </p:cNvPr>
          <p:cNvSpPr/>
          <p:nvPr/>
        </p:nvSpPr>
        <p:spPr>
          <a:xfrm>
            <a:off x="1267537" y="1752962"/>
            <a:ext cx="416814" cy="57573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345A377D-770F-7BE5-9887-516805D80CBE}"/>
              </a:ext>
            </a:extLst>
          </p:cNvPr>
          <p:cNvSpPr/>
          <p:nvPr/>
        </p:nvSpPr>
        <p:spPr>
          <a:xfrm>
            <a:off x="1694396" y="1752962"/>
            <a:ext cx="416814" cy="57573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44C4C8AD-249E-6124-BC90-B9AE2B91F61B}"/>
              </a:ext>
            </a:extLst>
          </p:cNvPr>
          <p:cNvSpPr/>
          <p:nvPr/>
        </p:nvSpPr>
        <p:spPr>
          <a:xfrm>
            <a:off x="2114557" y="1752962"/>
            <a:ext cx="416814" cy="57573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C181A325-98DB-BACD-DC36-71423332E4EB}"/>
              </a:ext>
            </a:extLst>
          </p:cNvPr>
          <p:cNvSpPr/>
          <p:nvPr/>
        </p:nvSpPr>
        <p:spPr>
          <a:xfrm>
            <a:off x="8265228" y="135731"/>
            <a:ext cx="4067175" cy="6586538"/>
          </a:xfrm>
          <a:prstGeom prst="roundRect">
            <a:avLst/>
          </a:prstGeom>
          <a:solidFill>
            <a:srgbClr val="CBEA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ounded Rectangle 172">
            <a:extLst>
              <a:ext uri="{FF2B5EF4-FFF2-40B4-BE49-F238E27FC236}">
                <a16:creationId xmlns:a16="http://schemas.microsoft.com/office/drawing/2014/main" id="{71B7C4F8-F788-6DF5-7210-C82278A3E694}"/>
              </a:ext>
            </a:extLst>
          </p:cNvPr>
          <p:cNvSpPr/>
          <p:nvPr/>
        </p:nvSpPr>
        <p:spPr>
          <a:xfrm>
            <a:off x="9655172" y="416455"/>
            <a:ext cx="1287288" cy="5431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 A T</a:t>
            </a: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D009ACE9-5273-33E6-B71F-412DC31223B6}"/>
              </a:ext>
            </a:extLst>
          </p:cNvPr>
          <p:cNvSpPr>
            <a:spLocks noChangeAspect="1"/>
          </p:cNvSpPr>
          <p:nvPr/>
        </p:nvSpPr>
        <p:spPr>
          <a:xfrm>
            <a:off x="8654676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A23CEA0C-3F8A-02E3-7A4A-B5C37BD0DA90}"/>
              </a:ext>
            </a:extLst>
          </p:cNvPr>
          <p:cNvSpPr>
            <a:spLocks noChangeAspect="1"/>
          </p:cNvSpPr>
          <p:nvPr/>
        </p:nvSpPr>
        <p:spPr>
          <a:xfrm>
            <a:off x="11486796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F19DF646-001A-3C46-F882-B1F75ECDCF8D}"/>
              </a:ext>
            </a:extLst>
          </p:cNvPr>
          <p:cNvSpPr/>
          <p:nvPr/>
        </p:nvSpPr>
        <p:spPr>
          <a:xfrm>
            <a:off x="9638591" y="1038445"/>
            <a:ext cx="1287288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Round I of III</a:t>
            </a:r>
          </a:p>
        </p:txBody>
      </p:sp>
      <p:pic>
        <p:nvPicPr>
          <p:cNvPr id="177" name="Graphic 176" descr="Signal with solid fill">
            <a:extLst>
              <a:ext uri="{FF2B5EF4-FFF2-40B4-BE49-F238E27FC236}">
                <a16:creationId xmlns:a16="http://schemas.microsoft.com/office/drawing/2014/main" id="{6E6606F0-0A8B-E84C-E448-5777E3D67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1996" y="505123"/>
            <a:ext cx="365760" cy="365760"/>
          </a:xfrm>
          <a:prstGeom prst="rect">
            <a:avLst/>
          </a:prstGeom>
        </p:spPr>
      </p:pic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D5C8F56A-F431-0AA5-A451-85B2BED17B00}"/>
              </a:ext>
            </a:extLst>
          </p:cNvPr>
          <p:cNvSpPr/>
          <p:nvPr/>
        </p:nvSpPr>
        <p:spPr>
          <a:xfrm>
            <a:off x="8435618" y="460586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9" name="Rounded Rectangle 178">
            <a:extLst>
              <a:ext uri="{FF2B5EF4-FFF2-40B4-BE49-F238E27FC236}">
                <a16:creationId xmlns:a16="http://schemas.microsoft.com/office/drawing/2014/main" id="{C225746A-8DEB-36F8-3E23-D9D93F1976B3}"/>
              </a:ext>
            </a:extLst>
          </p:cNvPr>
          <p:cNvSpPr/>
          <p:nvPr/>
        </p:nvSpPr>
        <p:spPr>
          <a:xfrm>
            <a:off x="8858954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9F12D032-227B-6AFA-DC23-9A6C9E978AC9}"/>
              </a:ext>
            </a:extLst>
          </p:cNvPr>
          <p:cNvSpPr/>
          <p:nvPr/>
        </p:nvSpPr>
        <p:spPr>
          <a:xfrm>
            <a:off x="9299570" y="461151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C2BFD893-6D81-C625-F650-7D4EB352AA09}"/>
              </a:ext>
            </a:extLst>
          </p:cNvPr>
          <p:cNvSpPr/>
          <p:nvPr/>
        </p:nvSpPr>
        <p:spPr>
          <a:xfrm>
            <a:off x="9722906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2" name="Rounded Rectangle 181">
            <a:extLst>
              <a:ext uri="{FF2B5EF4-FFF2-40B4-BE49-F238E27FC236}">
                <a16:creationId xmlns:a16="http://schemas.microsoft.com/office/drawing/2014/main" id="{EBB5387B-A929-36B7-30CA-6F65891D468F}"/>
              </a:ext>
            </a:extLst>
          </p:cNvPr>
          <p:cNvSpPr/>
          <p:nvPr/>
        </p:nvSpPr>
        <p:spPr>
          <a:xfrm>
            <a:off x="10168809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3" name="Rounded Rectangle 182">
            <a:extLst>
              <a:ext uri="{FF2B5EF4-FFF2-40B4-BE49-F238E27FC236}">
                <a16:creationId xmlns:a16="http://schemas.microsoft.com/office/drawing/2014/main" id="{D16B5D5D-A20C-9907-9F9C-01C3D0208AC7}"/>
              </a:ext>
            </a:extLst>
          </p:cNvPr>
          <p:cNvSpPr/>
          <p:nvPr/>
        </p:nvSpPr>
        <p:spPr>
          <a:xfrm>
            <a:off x="10592145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4" name="Rounded Rectangle 183">
            <a:extLst>
              <a:ext uri="{FF2B5EF4-FFF2-40B4-BE49-F238E27FC236}">
                <a16:creationId xmlns:a16="http://schemas.microsoft.com/office/drawing/2014/main" id="{37D430C4-D56F-825D-F152-AFF16CEBB187}"/>
              </a:ext>
            </a:extLst>
          </p:cNvPr>
          <p:cNvSpPr/>
          <p:nvPr/>
        </p:nvSpPr>
        <p:spPr>
          <a:xfrm>
            <a:off x="11032761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5" name="Rounded Rectangle 184">
            <a:extLst>
              <a:ext uri="{FF2B5EF4-FFF2-40B4-BE49-F238E27FC236}">
                <a16:creationId xmlns:a16="http://schemas.microsoft.com/office/drawing/2014/main" id="{782AF84A-ED95-999E-0478-9351148ABF7E}"/>
              </a:ext>
            </a:extLst>
          </p:cNvPr>
          <p:cNvSpPr/>
          <p:nvPr/>
        </p:nvSpPr>
        <p:spPr>
          <a:xfrm>
            <a:off x="11456097" y="462279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6" name="Rounded Rectangle 185">
            <a:extLst>
              <a:ext uri="{FF2B5EF4-FFF2-40B4-BE49-F238E27FC236}">
                <a16:creationId xmlns:a16="http://schemas.microsoft.com/office/drawing/2014/main" id="{A7F68280-18E0-72D0-DA8C-9C594DEAF970}"/>
              </a:ext>
            </a:extLst>
          </p:cNvPr>
          <p:cNvSpPr/>
          <p:nvPr/>
        </p:nvSpPr>
        <p:spPr>
          <a:xfrm>
            <a:off x="11879433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7" name="Rounded Rectangle 186">
            <a:extLst>
              <a:ext uri="{FF2B5EF4-FFF2-40B4-BE49-F238E27FC236}">
                <a16:creationId xmlns:a16="http://schemas.microsoft.com/office/drawing/2014/main" id="{186FBFD6-BD84-F81E-5A8C-88FECC97BD92}"/>
              </a:ext>
            </a:extLst>
          </p:cNvPr>
          <p:cNvSpPr/>
          <p:nvPr/>
        </p:nvSpPr>
        <p:spPr>
          <a:xfrm>
            <a:off x="8435618" y="563315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8" name="Rounded Rectangle 187">
            <a:extLst>
              <a:ext uri="{FF2B5EF4-FFF2-40B4-BE49-F238E27FC236}">
                <a16:creationId xmlns:a16="http://schemas.microsoft.com/office/drawing/2014/main" id="{EEE929D7-3479-EFA0-398D-BB2E0C2214A2}"/>
              </a:ext>
            </a:extLst>
          </p:cNvPr>
          <p:cNvSpPr/>
          <p:nvPr/>
        </p:nvSpPr>
        <p:spPr>
          <a:xfrm>
            <a:off x="8858954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9" name="Rounded Rectangle 188">
            <a:extLst>
              <a:ext uri="{FF2B5EF4-FFF2-40B4-BE49-F238E27FC236}">
                <a16:creationId xmlns:a16="http://schemas.microsoft.com/office/drawing/2014/main" id="{9D52937F-5F5C-21DD-5FF8-DCBA76050944}"/>
              </a:ext>
            </a:extLst>
          </p:cNvPr>
          <p:cNvSpPr/>
          <p:nvPr/>
        </p:nvSpPr>
        <p:spPr>
          <a:xfrm>
            <a:off x="9299570" y="563880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0" name="Rounded Rectangle 189">
            <a:extLst>
              <a:ext uri="{FF2B5EF4-FFF2-40B4-BE49-F238E27FC236}">
                <a16:creationId xmlns:a16="http://schemas.microsoft.com/office/drawing/2014/main" id="{7C254D13-D52E-326D-F118-07920E0AF6FA}"/>
              </a:ext>
            </a:extLst>
          </p:cNvPr>
          <p:cNvSpPr/>
          <p:nvPr/>
        </p:nvSpPr>
        <p:spPr>
          <a:xfrm>
            <a:off x="9722906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1" name="Rounded Rectangle 190">
            <a:extLst>
              <a:ext uri="{FF2B5EF4-FFF2-40B4-BE49-F238E27FC236}">
                <a16:creationId xmlns:a16="http://schemas.microsoft.com/office/drawing/2014/main" id="{4844827B-A23F-C66D-D0A6-16B4378FC85F}"/>
              </a:ext>
            </a:extLst>
          </p:cNvPr>
          <p:cNvSpPr/>
          <p:nvPr/>
        </p:nvSpPr>
        <p:spPr>
          <a:xfrm>
            <a:off x="10168809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2" name="Rounded Rectangle 191">
            <a:extLst>
              <a:ext uri="{FF2B5EF4-FFF2-40B4-BE49-F238E27FC236}">
                <a16:creationId xmlns:a16="http://schemas.microsoft.com/office/drawing/2014/main" id="{A405E314-F5C0-C80B-0595-7A7AF8BA2A62}"/>
              </a:ext>
            </a:extLst>
          </p:cNvPr>
          <p:cNvSpPr/>
          <p:nvPr/>
        </p:nvSpPr>
        <p:spPr>
          <a:xfrm>
            <a:off x="10592145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3" name="Rounded Rectangle 192">
            <a:extLst>
              <a:ext uri="{FF2B5EF4-FFF2-40B4-BE49-F238E27FC236}">
                <a16:creationId xmlns:a16="http://schemas.microsoft.com/office/drawing/2014/main" id="{B0ABA5B2-8BF2-66F4-BA74-16B752270026}"/>
              </a:ext>
            </a:extLst>
          </p:cNvPr>
          <p:cNvSpPr/>
          <p:nvPr/>
        </p:nvSpPr>
        <p:spPr>
          <a:xfrm>
            <a:off x="11032761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4" name="Rounded Rectangle 193">
            <a:extLst>
              <a:ext uri="{FF2B5EF4-FFF2-40B4-BE49-F238E27FC236}">
                <a16:creationId xmlns:a16="http://schemas.microsoft.com/office/drawing/2014/main" id="{DDA205F9-D337-606C-D2EB-4B415C05D2E6}"/>
              </a:ext>
            </a:extLst>
          </p:cNvPr>
          <p:cNvSpPr/>
          <p:nvPr/>
        </p:nvSpPr>
        <p:spPr>
          <a:xfrm>
            <a:off x="11456097" y="565008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5" name="Rounded Rectangle 194">
            <a:extLst>
              <a:ext uri="{FF2B5EF4-FFF2-40B4-BE49-F238E27FC236}">
                <a16:creationId xmlns:a16="http://schemas.microsoft.com/office/drawing/2014/main" id="{C6282C0A-B13D-F707-A75D-55944A5348C5}"/>
              </a:ext>
            </a:extLst>
          </p:cNvPr>
          <p:cNvSpPr/>
          <p:nvPr/>
        </p:nvSpPr>
        <p:spPr>
          <a:xfrm>
            <a:off x="11879433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6" name="Rounded Rectangle 195">
            <a:extLst>
              <a:ext uri="{FF2B5EF4-FFF2-40B4-BE49-F238E27FC236}">
                <a16:creationId xmlns:a16="http://schemas.microsoft.com/office/drawing/2014/main" id="{23D69979-8DB9-7C52-5B6D-2AF9497728ED}"/>
              </a:ext>
            </a:extLst>
          </p:cNvPr>
          <p:cNvSpPr/>
          <p:nvPr/>
        </p:nvSpPr>
        <p:spPr>
          <a:xfrm>
            <a:off x="8636352" y="511104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7" name="Rounded Rectangle 196">
            <a:extLst>
              <a:ext uri="{FF2B5EF4-FFF2-40B4-BE49-F238E27FC236}">
                <a16:creationId xmlns:a16="http://schemas.microsoft.com/office/drawing/2014/main" id="{4471A7C5-47D0-D63F-6CE6-7DCD1A2E5E88}"/>
              </a:ext>
            </a:extLst>
          </p:cNvPr>
          <p:cNvSpPr/>
          <p:nvPr/>
        </p:nvSpPr>
        <p:spPr>
          <a:xfrm>
            <a:off x="9059688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8" name="Rounded Rectangle 197">
            <a:extLst>
              <a:ext uri="{FF2B5EF4-FFF2-40B4-BE49-F238E27FC236}">
                <a16:creationId xmlns:a16="http://schemas.microsoft.com/office/drawing/2014/main" id="{F9FF156E-E2A8-F220-CA1A-711BAD2619EC}"/>
              </a:ext>
            </a:extLst>
          </p:cNvPr>
          <p:cNvSpPr/>
          <p:nvPr/>
        </p:nvSpPr>
        <p:spPr>
          <a:xfrm>
            <a:off x="9500304" y="511669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9" name="Rounded Rectangle 198">
            <a:extLst>
              <a:ext uri="{FF2B5EF4-FFF2-40B4-BE49-F238E27FC236}">
                <a16:creationId xmlns:a16="http://schemas.microsoft.com/office/drawing/2014/main" id="{077982E8-02F6-3545-83D9-5F2230C20AC3}"/>
              </a:ext>
            </a:extLst>
          </p:cNvPr>
          <p:cNvSpPr/>
          <p:nvPr/>
        </p:nvSpPr>
        <p:spPr>
          <a:xfrm>
            <a:off x="9923640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0" name="Rounded Rectangle 199">
            <a:extLst>
              <a:ext uri="{FF2B5EF4-FFF2-40B4-BE49-F238E27FC236}">
                <a16:creationId xmlns:a16="http://schemas.microsoft.com/office/drawing/2014/main" id="{860DFEE7-7269-DC48-0E26-643A53AE0793}"/>
              </a:ext>
            </a:extLst>
          </p:cNvPr>
          <p:cNvSpPr/>
          <p:nvPr/>
        </p:nvSpPr>
        <p:spPr>
          <a:xfrm>
            <a:off x="10369543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ABAAEFA5-A125-7D2F-2A2B-FBE76131A109}"/>
              </a:ext>
            </a:extLst>
          </p:cNvPr>
          <p:cNvSpPr/>
          <p:nvPr/>
        </p:nvSpPr>
        <p:spPr>
          <a:xfrm>
            <a:off x="10792879" y="512233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2957F421-6870-07CB-DA0B-913F36116330}"/>
              </a:ext>
            </a:extLst>
          </p:cNvPr>
          <p:cNvSpPr/>
          <p:nvPr/>
        </p:nvSpPr>
        <p:spPr>
          <a:xfrm>
            <a:off x="11233495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3" name="Rounded Rectangle 202">
            <a:extLst>
              <a:ext uri="{FF2B5EF4-FFF2-40B4-BE49-F238E27FC236}">
                <a16:creationId xmlns:a16="http://schemas.microsoft.com/office/drawing/2014/main" id="{83BADD4C-575C-6ADD-C9FF-DE443ABF0FAD}"/>
              </a:ext>
            </a:extLst>
          </p:cNvPr>
          <p:cNvSpPr/>
          <p:nvPr/>
        </p:nvSpPr>
        <p:spPr>
          <a:xfrm>
            <a:off x="11656831" y="512797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E9F83308-6842-8C51-4E1C-A3D342705371}"/>
              </a:ext>
            </a:extLst>
          </p:cNvPr>
          <p:cNvSpPr/>
          <p:nvPr/>
        </p:nvSpPr>
        <p:spPr>
          <a:xfrm>
            <a:off x="8662108" y="1817509"/>
            <a:ext cx="456160" cy="457200"/>
          </a:xfrm>
          <a:prstGeom prst="ellipse">
            <a:avLst/>
          </a:prstGeom>
          <a:solidFill>
            <a:srgbClr val="CBEADF"/>
          </a:solidFill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4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E0A3D043-A531-0A54-9959-C91F9958AE17}"/>
              </a:ext>
            </a:extLst>
          </p:cNvPr>
          <p:cNvSpPr/>
          <p:nvPr/>
        </p:nvSpPr>
        <p:spPr>
          <a:xfrm>
            <a:off x="9353715" y="1758243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C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C6DBB372-8AD6-76F5-9BFE-EC6313698C8E}"/>
              </a:ext>
            </a:extLst>
          </p:cNvPr>
          <p:cNvSpPr/>
          <p:nvPr/>
        </p:nvSpPr>
        <p:spPr>
          <a:xfrm>
            <a:off x="9777051" y="1758243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A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BC67F21D-11EF-88B6-4C7B-C2FA9C433DA3}"/>
              </a:ext>
            </a:extLst>
          </p:cNvPr>
          <p:cNvSpPr/>
          <p:nvPr/>
        </p:nvSpPr>
        <p:spPr>
          <a:xfrm>
            <a:off x="10203910" y="1758243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T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718D96F-C6D8-8956-ED69-0073D465B6AF}"/>
              </a:ext>
            </a:extLst>
          </p:cNvPr>
          <p:cNvSpPr/>
          <p:nvPr/>
        </p:nvSpPr>
        <p:spPr>
          <a:xfrm>
            <a:off x="10627246" y="1758243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S</a:t>
            </a: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F167241E-1AA1-8F1C-497F-028BD67C50F8}"/>
              </a:ext>
            </a:extLst>
          </p:cNvPr>
          <p:cNvSpPr/>
          <p:nvPr/>
        </p:nvSpPr>
        <p:spPr>
          <a:xfrm>
            <a:off x="8662108" y="3616218"/>
            <a:ext cx="456160" cy="457200"/>
          </a:xfrm>
          <a:prstGeom prst="ellipse">
            <a:avLst/>
          </a:prstGeom>
          <a:solidFill>
            <a:srgbClr val="CBEADF"/>
          </a:solidFill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6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6587EC83-27E6-ED5F-0019-5B3E24FF981E}"/>
              </a:ext>
            </a:extLst>
          </p:cNvPr>
          <p:cNvSpPr/>
          <p:nvPr/>
        </p:nvSpPr>
        <p:spPr>
          <a:xfrm>
            <a:off x="9353715" y="3556952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rgbClr val="71827C"/>
              </a:solidFill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D79028-ABF3-6BDA-A670-CA5E0A2245A4}"/>
              </a:ext>
            </a:extLst>
          </p:cNvPr>
          <p:cNvSpPr/>
          <p:nvPr/>
        </p:nvSpPr>
        <p:spPr>
          <a:xfrm>
            <a:off x="9777051" y="3556952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rgbClr val="71827C"/>
              </a:solidFill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23C9EEDC-1856-92D2-0421-D11A18F68BAA}"/>
              </a:ext>
            </a:extLst>
          </p:cNvPr>
          <p:cNvSpPr/>
          <p:nvPr/>
        </p:nvSpPr>
        <p:spPr>
          <a:xfrm>
            <a:off x="10203910" y="3556952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rgbClr val="71827C"/>
              </a:solidFill>
            </a:endParaRP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1209BB75-46E2-423A-53CD-4A59DF4ABFD4}"/>
              </a:ext>
            </a:extLst>
          </p:cNvPr>
          <p:cNvSpPr/>
          <p:nvPr/>
        </p:nvSpPr>
        <p:spPr>
          <a:xfrm>
            <a:off x="10627246" y="3556952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7C338E34-D990-F05B-B60D-9900C6A54031}"/>
              </a:ext>
            </a:extLst>
          </p:cNvPr>
          <p:cNvSpPr/>
          <p:nvPr/>
        </p:nvSpPr>
        <p:spPr>
          <a:xfrm>
            <a:off x="11044060" y="3559080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261B4B23-C15A-5076-C620-992F010A8AFC}"/>
              </a:ext>
            </a:extLst>
          </p:cNvPr>
          <p:cNvSpPr/>
          <p:nvPr/>
        </p:nvSpPr>
        <p:spPr>
          <a:xfrm>
            <a:off x="11456939" y="3558455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222" name="Rounded Rectangle 221">
            <a:extLst>
              <a:ext uri="{FF2B5EF4-FFF2-40B4-BE49-F238E27FC236}">
                <a16:creationId xmlns:a16="http://schemas.microsoft.com/office/drawing/2014/main" id="{C1DBFDB9-AEE4-EBD5-3D09-2F4407DF38C6}"/>
              </a:ext>
            </a:extLst>
          </p:cNvPr>
          <p:cNvSpPr/>
          <p:nvPr/>
        </p:nvSpPr>
        <p:spPr>
          <a:xfrm>
            <a:off x="9353715" y="1758243"/>
            <a:ext cx="1683235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223" name="Rounded Rectangle 222">
            <a:extLst>
              <a:ext uri="{FF2B5EF4-FFF2-40B4-BE49-F238E27FC236}">
                <a16:creationId xmlns:a16="http://schemas.microsoft.com/office/drawing/2014/main" id="{960C0AB8-F217-C5E5-CDB2-9E90A550789A}"/>
              </a:ext>
            </a:extLst>
          </p:cNvPr>
          <p:cNvSpPr/>
          <p:nvPr/>
        </p:nvSpPr>
        <p:spPr>
          <a:xfrm>
            <a:off x="9344244" y="3564727"/>
            <a:ext cx="2529509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59B19664-2532-79C2-61B4-27E816EC68AD}"/>
              </a:ext>
            </a:extLst>
          </p:cNvPr>
          <p:cNvSpPr/>
          <p:nvPr/>
        </p:nvSpPr>
        <p:spPr>
          <a:xfrm>
            <a:off x="8662108" y="2693187"/>
            <a:ext cx="456160" cy="457200"/>
          </a:xfrm>
          <a:prstGeom prst="ellipse">
            <a:avLst/>
          </a:prstGeom>
          <a:solidFill>
            <a:srgbClr val="CBEADF"/>
          </a:solidFill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5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FF488438-4584-15D0-849F-16B842DA63AF}"/>
              </a:ext>
            </a:extLst>
          </p:cNvPr>
          <p:cNvSpPr/>
          <p:nvPr/>
        </p:nvSpPr>
        <p:spPr>
          <a:xfrm>
            <a:off x="9353715" y="2633921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C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6BB03EAB-7160-C81D-9405-F1CA27A0D02C}"/>
              </a:ext>
            </a:extLst>
          </p:cNvPr>
          <p:cNvSpPr/>
          <p:nvPr/>
        </p:nvSpPr>
        <p:spPr>
          <a:xfrm>
            <a:off x="9777051" y="2633921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A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15836B37-DAA6-C2A8-C880-10285EE973BB}"/>
              </a:ext>
            </a:extLst>
          </p:cNvPr>
          <p:cNvSpPr/>
          <p:nvPr/>
        </p:nvSpPr>
        <p:spPr>
          <a:xfrm>
            <a:off x="10203910" y="2633921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T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38CAEEAF-537F-2E96-063F-6C2264127B1A}"/>
              </a:ext>
            </a:extLst>
          </p:cNvPr>
          <p:cNvSpPr/>
          <p:nvPr/>
        </p:nvSpPr>
        <p:spPr>
          <a:xfrm>
            <a:off x="10627246" y="2633921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E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961429D3-D0B5-3C34-C222-150709D9AEDE}"/>
              </a:ext>
            </a:extLst>
          </p:cNvPr>
          <p:cNvSpPr/>
          <p:nvPr/>
        </p:nvSpPr>
        <p:spPr>
          <a:xfrm>
            <a:off x="11012388" y="2633921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R</a:t>
            </a:r>
          </a:p>
        </p:txBody>
      </p:sp>
      <p:sp>
        <p:nvSpPr>
          <p:cNvPr id="231" name="Rounded Rectangle 230">
            <a:extLst>
              <a:ext uri="{FF2B5EF4-FFF2-40B4-BE49-F238E27FC236}">
                <a16:creationId xmlns:a16="http://schemas.microsoft.com/office/drawing/2014/main" id="{8DF5422C-F4EC-DE04-B204-8F0B4573B2AA}"/>
              </a:ext>
            </a:extLst>
          </p:cNvPr>
          <p:cNvSpPr/>
          <p:nvPr/>
        </p:nvSpPr>
        <p:spPr>
          <a:xfrm>
            <a:off x="9345092" y="2637001"/>
            <a:ext cx="2117803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894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3665A4-99D4-4929-82D2-60F98240F1AC}"/>
              </a:ext>
            </a:extLst>
          </p:cNvPr>
          <p:cNvSpPr/>
          <p:nvPr/>
        </p:nvSpPr>
        <p:spPr>
          <a:xfrm>
            <a:off x="-282245" y="135731"/>
            <a:ext cx="4067175" cy="658653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8E97B8-CA4D-6F0D-DFC6-B7E559D5F8A6}"/>
              </a:ext>
            </a:extLst>
          </p:cNvPr>
          <p:cNvSpPr/>
          <p:nvPr/>
        </p:nvSpPr>
        <p:spPr>
          <a:xfrm>
            <a:off x="1107699" y="416455"/>
            <a:ext cx="1287288" cy="5431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 A 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C87A067-0D43-2F1E-F6BA-479819CC04C0}"/>
              </a:ext>
            </a:extLst>
          </p:cNvPr>
          <p:cNvSpPr>
            <a:spLocks noChangeAspect="1"/>
          </p:cNvSpPr>
          <p:nvPr/>
        </p:nvSpPr>
        <p:spPr>
          <a:xfrm>
            <a:off x="107203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AE00C9-ECA1-11AD-A0CC-AC85494E67F0}"/>
              </a:ext>
            </a:extLst>
          </p:cNvPr>
          <p:cNvSpPr>
            <a:spLocks noChangeAspect="1"/>
          </p:cNvSpPr>
          <p:nvPr/>
        </p:nvSpPr>
        <p:spPr>
          <a:xfrm>
            <a:off x="2939323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B881E-7350-9742-D476-CD5E6CFD253D}"/>
              </a:ext>
            </a:extLst>
          </p:cNvPr>
          <p:cNvSpPr/>
          <p:nvPr/>
        </p:nvSpPr>
        <p:spPr>
          <a:xfrm>
            <a:off x="1107699" y="999067"/>
            <a:ext cx="1287288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Score: 7/12</a:t>
            </a:r>
          </a:p>
        </p:txBody>
      </p:sp>
      <p:pic>
        <p:nvPicPr>
          <p:cNvPr id="14" name="Graphic 13" descr="Signal with solid fill">
            <a:extLst>
              <a:ext uri="{FF2B5EF4-FFF2-40B4-BE49-F238E27FC236}">
                <a16:creationId xmlns:a16="http://schemas.microsoft.com/office/drawing/2014/main" id="{F44E2E8B-6BAB-0C37-4B15-D20667ED0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4523" y="505123"/>
            <a:ext cx="365760" cy="365760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F3916C6-7F70-B14F-BABE-F6FA23AD0B23}"/>
              </a:ext>
            </a:extLst>
          </p:cNvPr>
          <p:cNvSpPr/>
          <p:nvPr/>
        </p:nvSpPr>
        <p:spPr>
          <a:xfrm>
            <a:off x="-111855" y="460586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C22149E-6FDA-E3CD-0511-74EC5F544C45}"/>
              </a:ext>
            </a:extLst>
          </p:cNvPr>
          <p:cNvSpPr/>
          <p:nvPr/>
        </p:nvSpPr>
        <p:spPr>
          <a:xfrm>
            <a:off x="311481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9D42928-64FA-72DB-3D52-F66659DCA670}"/>
              </a:ext>
            </a:extLst>
          </p:cNvPr>
          <p:cNvSpPr/>
          <p:nvPr/>
        </p:nvSpPr>
        <p:spPr>
          <a:xfrm>
            <a:off x="752097" y="461151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72EAD3D-A5D0-7237-79C5-CEB272F603C8}"/>
              </a:ext>
            </a:extLst>
          </p:cNvPr>
          <p:cNvSpPr/>
          <p:nvPr/>
        </p:nvSpPr>
        <p:spPr>
          <a:xfrm>
            <a:off x="1175433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73C6513-A988-4802-7AE9-6DEA07C7F865}"/>
              </a:ext>
            </a:extLst>
          </p:cNvPr>
          <p:cNvSpPr/>
          <p:nvPr/>
        </p:nvSpPr>
        <p:spPr>
          <a:xfrm>
            <a:off x="1621336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7558545-73B7-D971-65C2-056D7740E9A6}"/>
              </a:ext>
            </a:extLst>
          </p:cNvPr>
          <p:cNvSpPr/>
          <p:nvPr/>
        </p:nvSpPr>
        <p:spPr>
          <a:xfrm>
            <a:off x="2044672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5B2DCD8-CE6B-6E87-CC2C-25BD41997E91}"/>
              </a:ext>
            </a:extLst>
          </p:cNvPr>
          <p:cNvSpPr/>
          <p:nvPr/>
        </p:nvSpPr>
        <p:spPr>
          <a:xfrm>
            <a:off x="2485288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4E8FFF8-729C-A234-B91E-D9FD9905DA4B}"/>
              </a:ext>
            </a:extLst>
          </p:cNvPr>
          <p:cNvSpPr/>
          <p:nvPr/>
        </p:nvSpPr>
        <p:spPr>
          <a:xfrm>
            <a:off x="2908624" y="462279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B15BB32-9F8A-AA04-7008-6A7DA8ED0B0E}"/>
              </a:ext>
            </a:extLst>
          </p:cNvPr>
          <p:cNvSpPr/>
          <p:nvPr/>
        </p:nvSpPr>
        <p:spPr>
          <a:xfrm>
            <a:off x="3331960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400D64C-6CCD-C980-0D1B-E2044E984F1F}"/>
              </a:ext>
            </a:extLst>
          </p:cNvPr>
          <p:cNvSpPr/>
          <p:nvPr/>
        </p:nvSpPr>
        <p:spPr>
          <a:xfrm>
            <a:off x="-111855" y="563315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E55B3ED-5DD3-35EB-4779-17FA8E9622AF}"/>
              </a:ext>
            </a:extLst>
          </p:cNvPr>
          <p:cNvSpPr/>
          <p:nvPr/>
        </p:nvSpPr>
        <p:spPr>
          <a:xfrm>
            <a:off x="311481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86B5A14-1D17-3EE7-9627-BEF3237F6927}"/>
              </a:ext>
            </a:extLst>
          </p:cNvPr>
          <p:cNvSpPr/>
          <p:nvPr/>
        </p:nvSpPr>
        <p:spPr>
          <a:xfrm>
            <a:off x="752097" y="563880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1E54453-BCB1-D1B0-BF89-88C6CE4ED1D1}"/>
              </a:ext>
            </a:extLst>
          </p:cNvPr>
          <p:cNvSpPr/>
          <p:nvPr/>
        </p:nvSpPr>
        <p:spPr>
          <a:xfrm>
            <a:off x="1175433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EF35F58-F3A0-35D9-597E-747DCD5FD71A}"/>
              </a:ext>
            </a:extLst>
          </p:cNvPr>
          <p:cNvSpPr/>
          <p:nvPr/>
        </p:nvSpPr>
        <p:spPr>
          <a:xfrm>
            <a:off x="1621336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1119928-4EE2-D3C2-7B9D-718AD2A2B874}"/>
              </a:ext>
            </a:extLst>
          </p:cNvPr>
          <p:cNvSpPr/>
          <p:nvPr/>
        </p:nvSpPr>
        <p:spPr>
          <a:xfrm>
            <a:off x="2044672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C2C9133-6ED2-80A3-F87E-F9A0E6CB72E7}"/>
              </a:ext>
            </a:extLst>
          </p:cNvPr>
          <p:cNvSpPr/>
          <p:nvPr/>
        </p:nvSpPr>
        <p:spPr>
          <a:xfrm>
            <a:off x="2485288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A214849-2F58-8436-AB4E-0C5669FEB2D6}"/>
              </a:ext>
            </a:extLst>
          </p:cNvPr>
          <p:cNvSpPr/>
          <p:nvPr/>
        </p:nvSpPr>
        <p:spPr>
          <a:xfrm>
            <a:off x="2908624" y="565008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3378750-26FF-6F54-A1CE-1374B6D9B8F2}"/>
              </a:ext>
            </a:extLst>
          </p:cNvPr>
          <p:cNvSpPr/>
          <p:nvPr/>
        </p:nvSpPr>
        <p:spPr>
          <a:xfrm>
            <a:off x="3331960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0E23087-45C4-032A-2EEC-9C7CC41ABF57}"/>
              </a:ext>
            </a:extLst>
          </p:cNvPr>
          <p:cNvSpPr/>
          <p:nvPr/>
        </p:nvSpPr>
        <p:spPr>
          <a:xfrm>
            <a:off x="88879" y="511104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B62ED74-E0D6-D6F7-4A0E-B9E59C3F6ECF}"/>
              </a:ext>
            </a:extLst>
          </p:cNvPr>
          <p:cNvSpPr/>
          <p:nvPr/>
        </p:nvSpPr>
        <p:spPr>
          <a:xfrm>
            <a:off x="512215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0383847-E1C9-816A-C0A5-7A8DB6EC0E2C}"/>
              </a:ext>
            </a:extLst>
          </p:cNvPr>
          <p:cNvSpPr/>
          <p:nvPr/>
        </p:nvSpPr>
        <p:spPr>
          <a:xfrm>
            <a:off x="952831" y="511669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62EF80C-3B20-5CE3-85DC-997E91DCD9A6}"/>
              </a:ext>
            </a:extLst>
          </p:cNvPr>
          <p:cNvSpPr/>
          <p:nvPr/>
        </p:nvSpPr>
        <p:spPr>
          <a:xfrm>
            <a:off x="1376167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DB0BB6C-A149-9530-AEBA-4FD5E1F68F23}"/>
              </a:ext>
            </a:extLst>
          </p:cNvPr>
          <p:cNvSpPr/>
          <p:nvPr/>
        </p:nvSpPr>
        <p:spPr>
          <a:xfrm>
            <a:off x="1822070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5B157C8-78C3-D6CC-945B-572BF0FBCB0C}"/>
              </a:ext>
            </a:extLst>
          </p:cNvPr>
          <p:cNvSpPr/>
          <p:nvPr/>
        </p:nvSpPr>
        <p:spPr>
          <a:xfrm>
            <a:off x="2245406" y="512233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100374F-1171-818D-EEC2-E44FF55EA778}"/>
              </a:ext>
            </a:extLst>
          </p:cNvPr>
          <p:cNvSpPr/>
          <p:nvPr/>
        </p:nvSpPr>
        <p:spPr>
          <a:xfrm>
            <a:off x="2686022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6AA0F33-1602-521A-929C-98C5D990679D}"/>
              </a:ext>
            </a:extLst>
          </p:cNvPr>
          <p:cNvSpPr/>
          <p:nvPr/>
        </p:nvSpPr>
        <p:spPr>
          <a:xfrm>
            <a:off x="3109358" y="512797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B3200C0E-84F0-5C2D-41E6-DA97905BA034}"/>
              </a:ext>
            </a:extLst>
          </p:cNvPr>
          <p:cNvSpPr/>
          <p:nvPr/>
        </p:nvSpPr>
        <p:spPr>
          <a:xfrm>
            <a:off x="4074562" y="135731"/>
            <a:ext cx="4067175" cy="658653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B5BCC9B1-AA94-CF67-53A7-69AAD4B1DF99}"/>
              </a:ext>
            </a:extLst>
          </p:cNvPr>
          <p:cNvSpPr/>
          <p:nvPr/>
        </p:nvSpPr>
        <p:spPr>
          <a:xfrm>
            <a:off x="5452356" y="623653"/>
            <a:ext cx="1287288" cy="5431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 A 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62F3FE5-E900-8780-350C-7C0B4200CD05}"/>
              </a:ext>
            </a:extLst>
          </p:cNvPr>
          <p:cNvSpPr>
            <a:spLocks noChangeAspect="1"/>
          </p:cNvSpPr>
          <p:nvPr/>
        </p:nvSpPr>
        <p:spPr>
          <a:xfrm>
            <a:off x="4464010" y="650796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02EE5D57-7A61-93C7-47C7-330DCD8DEAEB}"/>
              </a:ext>
            </a:extLst>
          </p:cNvPr>
          <p:cNvSpPr/>
          <p:nvPr/>
        </p:nvSpPr>
        <p:spPr>
          <a:xfrm>
            <a:off x="5338909" y="303457"/>
            <a:ext cx="1538482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Trigram #002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F2F817-CCF9-C73F-FA19-6E63397060A5}"/>
              </a:ext>
            </a:extLst>
          </p:cNvPr>
          <p:cNvGrpSpPr/>
          <p:nvPr/>
        </p:nvGrpSpPr>
        <p:grpSpPr>
          <a:xfrm>
            <a:off x="7296130" y="650796"/>
            <a:ext cx="456160" cy="457200"/>
            <a:chOff x="7296130" y="459403"/>
            <a:chExt cx="456160" cy="457200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2B7D25DF-52FF-4CEE-06DD-43F2A0DC16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96130" y="459403"/>
              <a:ext cx="456160" cy="457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</a:endParaRPr>
            </a:p>
          </p:txBody>
        </p:sp>
        <p:pic>
          <p:nvPicPr>
            <p:cNvPr id="107" name="Graphic 106" descr="Signal with solid fill">
              <a:extLst>
                <a:ext uri="{FF2B5EF4-FFF2-40B4-BE49-F238E27FC236}">
                  <a16:creationId xmlns:a16="http://schemas.microsoft.com/office/drawing/2014/main" id="{46C5EB0C-FA40-BB07-1161-FE9FA9676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41330" y="505123"/>
              <a:ext cx="365760" cy="365760"/>
            </a:xfrm>
            <a:prstGeom prst="rect">
              <a:avLst/>
            </a:prstGeom>
          </p:spPr>
        </p:pic>
      </p:grp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183843A5-112A-AD55-EBF0-E47145BC7443}"/>
              </a:ext>
            </a:extLst>
          </p:cNvPr>
          <p:cNvSpPr/>
          <p:nvPr/>
        </p:nvSpPr>
        <p:spPr>
          <a:xfrm>
            <a:off x="4244952" y="4605865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901A0061-0E24-9C69-5087-C9EA9F0739DF}"/>
              </a:ext>
            </a:extLst>
          </p:cNvPr>
          <p:cNvSpPr/>
          <p:nvPr/>
        </p:nvSpPr>
        <p:spPr>
          <a:xfrm>
            <a:off x="4668288" y="4611508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D80AA2AD-2E08-6FB4-FCA6-45F27AD8CB46}"/>
              </a:ext>
            </a:extLst>
          </p:cNvPr>
          <p:cNvSpPr/>
          <p:nvPr/>
        </p:nvSpPr>
        <p:spPr>
          <a:xfrm>
            <a:off x="5108904" y="4611511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9ACC42B7-10B3-6638-9BDB-2F266931EC45}"/>
              </a:ext>
            </a:extLst>
          </p:cNvPr>
          <p:cNvSpPr/>
          <p:nvPr/>
        </p:nvSpPr>
        <p:spPr>
          <a:xfrm>
            <a:off x="5532240" y="4617154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41B7C189-615F-9B8C-71F0-0B5864FFF2A5}"/>
              </a:ext>
            </a:extLst>
          </p:cNvPr>
          <p:cNvSpPr/>
          <p:nvPr/>
        </p:nvSpPr>
        <p:spPr>
          <a:xfrm>
            <a:off x="5978143" y="4611508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EE8D2451-2432-F509-49DF-C6B102438AD6}"/>
              </a:ext>
            </a:extLst>
          </p:cNvPr>
          <p:cNvSpPr/>
          <p:nvPr/>
        </p:nvSpPr>
        <p:spPr>
          <a:xfrm>
            <a:off x="6401479" y="4617151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3DF04FAC-BFE0-FA43-2B6D-FD267D533036}"/>
              </a:ext>
            </a:extLst>
          </p:cNvPr>
          <p:cNvSpPr/>
          <p:nvPr/>
        </p:nvSpPr>
        <p:spPr>
          <a:xfrm>
            <a:off x="6842095" y="4617154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A224FF95-E2EB-1AA8-CD3B-8628D55F05CF}"/>
              </a:ext>
            </a:extLst>
          </p:cNvPr>
          <p:cNvSpPr/>
          <p:nvPr/>
        </p:nvSpPr>
        <p:spPr>
          <a:xfrm>
            <a:off x="7265431" y="4622797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D8E92845-2BFF-3851-5F15-4B94D803D41C}"/>
              </a:ext>
            </a:extLst>
          </p:cNvPr>
          <p:cNvSpPr/>
          <p:nvPr/>
        </p:nvSpPr>
        <p:spPr>
          <a:xfrm>
            <a:off x="7688767" y="4617151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42930F2D-CC92-10E5-90C9-2D4B542437ED}"/>
              </a:ext>
            </a:extLst>
          </p:cNvPr>
          <p:cNvSpPr/>
          <p:nvPr/>
        </p:nvSpPr>
        <p:spPr>
          <a:xfrm>
            <a:off x="4244952" y="5633156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F6A7564B-E3A5-927F-BF8A-5B83E0D2DC19}"/>
              </a:ext>
            </a:extLst>
          </p:cNvPr>
          <p:cNvSpPr/>
          <p:nvPr/>
        </p:nvSpPr>
        <p:spPr>
          <a:xfrm>
            <a:off x="4668288" y="5638799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B0485087-58B7-CBBE-AB79-0FBD998E64DC}"/>
              </a:ext>
            </a:extLst>
          </p:cNvPr>
          <p:cNvSpPr/>
          <p:nvPr/>
        </p:nvSpPr>
        <p:spPr>
          <a:xfrm>
            <a:off x="5108904" y="5638802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FA40CF91-6C7D-8A76-872D-9CEE267E0628}"/>
              </a:ext>
            </a:extLst>
          </p:cNvPr>
          <p:cNvSpPr/>
          <p:nvPr/>
        </p:nvSpPr>
        <p:spPr>
          <a:xfrm>
            <a:off x="5532240" y="5644445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93BE32E8-546C-C265-D8EB-89CBC59FA34B}"/>
              </a:ext>
            </a:extLst>
          </p:cNvPr>
          <p:cNvSpPr/>
          <p:nvPr/>
        </p:nvSpPr>
        <p:spPr>
          <a:xfrm>
            <a:off x="5978143" y="5638799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19366C3E-1BFF-BBAE-3AEA-AD83B943C902}"/>
              </a:ext>
            </a:extLst>
          </p:cNvPr>
          <p:cNvSpPr/>
          <p:nvPr/>
        </p:nvSpPr>
        <p:spPr>
          <a:xfrm>
            <a:off x="6401479" y="5644442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014F2772-DF64-FCB7-8F0F-F1798D89BC8B}"/>
              </a:ext>
            </a:extLst>
          </p:cNvPr>
          <p:cNvSpPr/>
          <p:nvPr/>
        </p:nvSpPr>
        <p:spPr>
          <a:xfrm>
            <a:off x="6842095" y="5644445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A1C2F26E-23D3-348D-AD73-83CDF797798C}"/>
              </a:ext>
            </a:extLst>
          </p:cNvPr>
          <p:cNvSpPr/>
          <p:nvPr/>
        </p:nvSpPr>
        <p:spPr>
          <a:xfrm>
            <a:off x="7265431" y="5650088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A60F9303-9399-8F9E-B97E-57AFAC9171D7}"/>
              </a:ext>
            </a:extLst>
          </p:cNvPr>
          <p:cNvSpPr/>
          <p:nvPr/>
        </p:nvSpPr>
        <p:spPr>
          <a:xfrm>
            <a:off x="7688767" y="5644442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97A235E8-8710-9B93-A529-7B7A2FCB73BA}"/>
              </a:ext>
            </a:extLst>
          </p:cNvPr>
          <p:cNvSpPr/>
          <p:nvPr/>
        </p:nvSpPr>
        <p:spPr>
          <a:xfrm>
            <a:off x="4445686" y="5111044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FEE2BB20-3EEB-42BE-EEF0-266B9C5A436B}"/>
              </a:ext>
            </a:extLst>
          </p:cNvPr>
          <p:cNvSpPr/>
          <p:nvPr/>
        </p:nvSpPr>
        <p:spPr>
          <a:xfrm>
            <a:off x="4869022" y="5116687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BB29E124-D981-4B0B-480E-99430C842CE9}"/>
              </a:ext>
            </a:extLst>
          </p:cNvPr>
          <p:cNvSpPr/>
          <p:nvPr/>
        </p:nvSpPr>
        <p:spPr>
          <a:xfrm>
            <a:off x="5309638" y="5116690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8E561D55-B736-AE1B-4D46-538403091DD8}"/>
              </a:ext>
            </a:extLst>
          </p:cNvPr>
          <p:cNvSpPr/>
          <p:nvPr/>
        </p:nvSpPr>
        <p:spPr>
          <a:xfrm>
            <a:off x="5732974" y="5122333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B36FEB0A-2C8E-905C-B635-A50764E6B391}"/>
              </a:ext>
            </a:extLst>
          </p:cNvPr>
          <p:cNvSpPr/>
          <p:nvPr/>
        </p:nvSpPr>
        <p:spPr>
          <a:xfrm>
            <a:off x="6178877" y="5116687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FC279730-F43D-B77B-2207-299D511A5647}"/>
              </a:ext>
            </a:extLst>
          </p:cNvPr>
          <p:cNvSpPr/>
          <p:nvPr/>
        </p:nvSpPr>
        <p:spPr>
          <a:xfrm>
            <a:off x="6602213" y="5122330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B26FA99A-4A5A-65BF-E2AC-5DCA72A27A49}"/>
              </a:ext>
            </a:extLst>
          </p:cNvPr>
          <p:cNvSpPr/>
          <p:nvPr/>
        </p:nvSpPr>
        <p:spPr>
          <a:xfrm>
            <a:off x="7042829" y="5122333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E091DBAB-460D-AA95-719B-E75FD6C269D0}"/>
              </a:ext>
            </a:extLst>
          </p:cNvPr>
          <p:cNvSpPr/>
          <p:nvPr/>
        </p:nvSpPr>
        <p:spPr>
          <a:xfrm>
            <a:off x="7466165" y="5127976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A885CA87-2311-38E0-BB71-BE234DF75F95}"/>
              </a:ext>
            </a:extLst>
          </p:cNvPr>
          <p:cNvSpPr/>
          <p:nvPr/>
        </p:nvSpPr>
        <p:spPr>
          <a:xfrm>
            <a:off x="4471442" y="1647382"/>
            <a:ext cx="456160" cy="4572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394F7EE-9BCF-3A6B-25AB-A06E33A44A21}"/>
              </a:ext>
            </a:extLst>
          </p:cNvPr>
          <p:cNvSpPr/>
          <p:nvPr/>
        </p:nvSpPr>
        <p:spPr>
          <a:xfrm>
            <a:off x="5163049" y="1588116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C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F1F8E4D-BA99-B4BC-2B15-DE8592D08EE2}"/>
              </a:ext>
            </a:extLst>
          </p:cNvPr>
          <p:cNvSpPr/>
          <p:nvPr/>
        </p:nvSpPr>
        <p:spPr>
          <a:xfrm>
            <a:off x="5586385" y="1588116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A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3F74069-223C-DAFD-3FF1-04F1C7A5C854}"/>
              </a:ext>
            </a:extLst>
          </p:cNvPr>
          <p:cNvSpPr/>
          <p:nvPr/>
        </p:nvSpPr>
        <p:spPr>
          <a:xfrm>
            <a:off x="6013244" y="1588116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T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3E459D5-3A08-0249-1C73-D77F939A9F4B}"/>
              </a:ext>
            </a:extLst>
          </p:cNvPr>
          <p:cNvSpPr/>
          <p:nvPr/>
        </p:nvSpPr>
        <p:spPr>
          <a:xfrm>
            <a:off x="6436580" y="1588116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S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906554AF-45E9-0BB0-D37F-8F79EB6BF82D}"/>
              </a:ext>
            </a:extLst>
          </p:cNvPr>
          <p:cNvSpPr/>
          <p:nvPr/>
        </p:nvSpPr>
        <p:spPr>
          <a:xfrm>
            <a:off x="4471442" y="3333201"/>
            <a:ext cx="456160" cy="4572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6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E517B221-8209-5453-7719-3547F15E9534}"/>
              </a:ext>
            </a:extLst>
          </p:cNvPr>
          <p:cNvSpPr/>
          <p:nvPr/>
        </p:nvSpPr>
        <p:spPr>
          <a:xfrm>
            <a:off x="5163049" y="3273935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rgbClr val="71827C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8E08D31-E1B5-5D54-E051-1A2D868DA500}"/>
              </a:ext>
            </a:extLst>
          </p:cNvPr>
          <p:cNvSpPr/>
          <p:nvPr/>
        </p:nvSpPr>
        <p:spPr>
          <a:xfrm>
            <a:off x="5586385" y="3273935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rgbClr val="71827C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43F58AA-68A1-7EF1-218C-6ACD9FE51FA1}"/>
              </a:ext>
            </a:extLst>
          </p:cNvPr>
          <p:cNvSpPr/>
          <p:nvPr/>
        </p:nvSpPr>
        <p:spPr>
          <a:xfrm>
            <a:off x="6013244" y="3273935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rgbClr val="71827C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BBFBB2E-E2F4-DF17-BFFB-CEC0985E245A}"/>
              </a:ext>
            </a:extLst>
          </p:cNvPr>
          <p:cNvSpPr/>
          <p:nvPr/>
        </p:nvSpPr>
        <p:spPr>
          <a:xfrm>
            <a:off x="6436580" y="3273935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AA525E0-D492-9658-F3C2-5F649E556C9E}"/>
              </a:ext>
            </a:extLst>
          </p:cNvPr>
          <p:cNvSpPr/>
          <p:nvPr/>
        </p:nvSpPr>
        <p:spPr>
          <a:xfrm>
            <a:off x="6853394" y="3276063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4AC37D0F-967D-5F07-99F9-C03765788817}"/>
              </a:ext>
            </a:extLst>
          </p:cNvPr>
          <p:cNvSpPr/>
          <p:nvPr/>
        </p:nvSpPr>
        <p:spPr>
          <a:xfrm>
            <a:off x="7266273" y="3275438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1FD46990-E9A3-B386-1D43-91FD463A0BBE}"/>
              </a:ext>
            </a:extLst>
          </p:cNvPr>
          <p:cNvSpPr/>
          <p:nvPr/>
        </p:nvSpPr>
        <p:spPr>
          <a:xfrm>
            <a:off x="5163049" y="1588116"/>
            <a:ext cx="1683235" cy="575733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3" name="Rounded Rectangle 152">
            <a:extLst>
              <a:ext uri="{FF2B5EF4-FFF2-40B4-BE49-F238E27FC236}">
                <a16:creationId xmlns:a16="http://schemas.microsoft.com/office/drawing/2014/main" id="{930A7582-39BB-B8D3-429B-890E71B137D4}"/>
              </a:ext>
            </a:extLst>
          </p:cNvPr>
          <p:cNvSpPr/>
          <p:nvPr/>
        </p:nvSpPr>
        <p:spPr>
          <a:xfrm>
            <a:off x="5153578" y="3281710"/>
            <a:ext cx="2529509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486018F9-10A6-778B-E5BF-EC4740B0990F}"/>
              </a:ext>
            </a:extLst>
          </p:cNvPr>
          <p:cNvSpPr/>
          <p:nvPr/>
        </p:nvSpPr>
        <p:spPr>
          <a:xfrm>
            <a:off x="701220" y="3564727"/>
            <a:ext cx="2529509" cy="575733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3B418638-BDCE-70DF-00A0-7BF69EFAF58E}"/>
              </a:ext>
            </a:extLst>
          </p:cNvPr>
          <p:cNvSpPr/>
          <p:nvPr/>
        </p:nvSpPr>
        <p:spPr>
          <a:xfrm>
            <a:off x="701220" y="2650325"/>
            <a:ext cx="2117803" cy="575733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1C18C0C0-B96B-95BA-84CF-C7AFA7552901}"/>
              </a:ext>
            </a:extLst>
          </p:cNvPr>
          <p:cNvSpPr/>
          <p:nvPr/>
        </p:nvSpPr>
        <p:spPr>
          <a:xfrm>
            <a:off x="-6201" y="1817509"/>
            <a:ext cx="45616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BFF45A95-3A40-428E-3A32-A0C95A970019}"/>
              </a:ext>
            </a:extLst>
          </p:cNvPr>
          <p:cNvSpPr/>
          <p:nvPr/>
        </p:nvSpPr>
        <p:spPr>
          <a:xfrm>
            <a:off x="-6201" y="2718415"/>
            <a:ext cx="456160" cy="4572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6DE8DA51-5209-1DF6-512B-62802D337A83}"/>
              </a:ext>
            </a:extLst>
          </p:cNvPr>
          <p:cNvSpPr/>
          <p:nvPr/>
        </p:nvSpPr>
        <p:spPr>
          <a:xfrm>
            <a:off x="-6201" y="3616218"/>
            <a:ext cx="456160" cy="4572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5F6994C-2943-73DC-0829-FC4FF5F40500}"/>
              </a:ext>
            </a:extLst>
          </p:cNvPr>
          <p:cNvSpPr/>
          <p:nvPr/>
        </p:nvSpPr>
        <p:spPr>
          <a:xfrm>
            <a:off x="695340" y="1752962"/>
            <a:ext cx="416814" cy="57573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34B2D221-8B08-9965-2159-6382E49ED923}"/>
              </a:ext>
            </a:extLst>
          </p:cNvPr>
          <p:cNvSpPr/>
          <p:nvPr/>
        </p:nvSpPr>
        <p:spPr>
          <a:xfrm>
            <a:off x="1118676" y="1752962"/>
            <a:ext cx="416814" cy="57573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345A377D-770F-7BE5-9887-516805D80CBE}"/>
              </a:ext>
            </a:extLst>
          </p:cNvPr>
          <p:cNvSpPr/>
          <p:nvPr/>
        </p:nvSpPr>
        <p:spPr>
          <a:xfrm>
            <a:off x="1545535" y="1752962"/>
            <a:ext cx="416814" cy="57573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44C4C8AD-249E-6124-BC90-B9AE2B91F61B}"/>
              </a:ext>
            </a:extLst>
          </p:cNvPr>
          <p:cNvSpPr/>
          <p:nvPr/>
        </p:nvSpPr>
        <p:spPr>
          <a:xfrm>
            <a:off x="1965696" y="1752962"/>
            <a:ext cx="416814" cy="57573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C181A325-98DB-BACD-DC36-71423332E4EB}"/>
              </a:ext>
            </a:extLst>
          </p:cNvPr>
          <p:cNvSpPr/>
          <p:nvPr/>
        </p:nvSpPr>
        <p:spPr>
          <a:xfrm>
            <a:off x="8269123" y="152822"/>
            <a:ext cx="4067175" cy="6586538"/>
          </a:xfrm>
          <a:prstGeom prst="roundRect">
            <a:avLst/>
          </a:prstGeom>
          <a:solidFill>
            <a:srgbClr val="EEC37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D5C8F56A-F431-0AA5-A451-85B2BED17B00}"/>
              </a:ext>
            </a:extLst>
          </p:cNvPr>
          <p:cNvSpPr/>
          <p:nvPr/>
        </p:nvSpPr>
        <p:spPr>
          <a:xfrm>
            <a:off x="8435618" y="460586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9" name="Rounded Rectangle 178">
            <a:extLst>
              <a:ext uri="{FF2B5EF4-FFF2-40B4-BE49-F238E27FC236}">
                <a16:creationId xmlns:a16="http://schemas.microsoft.com/office/drawing/2014/main" id="{C225746A-8DEB-36F8-3E23-D9D93F1976B3}"/>
              </a:ext>
            </a:extLst>
          </p:cNvPr>
          <p:cNvSpPr/>
          <p:nvPr/>
        </p:nvSpPr>
        <p:spPr>
          <a:xfrm>
            <a:off x="8858954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9F12D032-227B-6AFA-DC23-9A6C9E978AC9}"/>
              </a:ext>
            </a:extLst>
          </p:cNvPr>
          <p:cNvSpPr/>
          <p:nvPr/>
        </p:nvSpPr>
        <p:spPr>
          <a:xfrm>
            <a:off x="9299570" y="461151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C2BFD893-6D81-C625-F650-7D4EB352AA09}"/>
              </a:ext>
            </a:extLst>
          </p:cNvPr>
          <p:cNvSpPr/>
          <p:nvPr/>
        </p:nvSpPr>
        <p:spPr>
          <a:xfrm>
            <a:off x="9722906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2" name="Rounded Rectangle 181">
            <a:extLst>
              <a:ext uri="{FF2B5EF4-FFF2-40B4-BE49-F238E27FC236}">
                <a16:creationId xmlns:a16="http://schemas.microsoft.com/office/drawing/2014/main" id="{EBB5387B-A929-36B7-30CA-6F65891D468F}"/>
              </a:ext>
            </a:extLst>
          </p:cNvPr>
          <p:cNvSpPr/>
          <p:nvPr/>
        </p:nvSpPr>
        <p:spPr>
          <a:xfrm>
            <a:off x="10168809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3" name="Rounded Rectangle 182">
            <a:extLst>
              <a:ext uri="{FF2B5EF4-FFF2-40B4-BE49-F238E27FC236}">
                <a16:creationId xmlns:a16="http://schemas.microsoft.com/office/drawing/2014/main" id="{D16B5D5D-A20C-9907-9F9C-01C3D0208AC7}"/>
              </a:ext>
            </a:extLst>
          </p:cNvPr>
          <p:cNvSpPr/>
          <p:nvPr/>
        </p:nvSpPr>
        <p:spPr>
          <a:xfrm>
            <a:off x="10592145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4" name="Rounded Rectangle 183">
            <a:extLst>
              <a:ext uri="{FF2B5EF4-FFF2-40B4-BE49-F238E27FC236}">
                <a16:creationId xmlns:a16="http://schemas.microsoft.com/office/drawing/2014/main" id="{37D430C4-D56F-825D-F152-AFF16CEBB187}"/>
              </a:ext>
            </a:extLst>
          </p:cNvPr>
          <p:cNvSpPr/>
          <p:nvPr/>
        </p:nvSpPr>
        <p:spPr>
          <a:xfrm>
            <a:off x="11032761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5" name="Rounded Rectangle 184">
            <a:extLst>
              <a:ext uri="{FF2B5EF4-FFF2-40B4-BE49-F238E27FC236}">
                <a16:creationId xmlns:a16="http://schemas.microsoft.com/office/drawing/2014/main" id="{782AF84A-ED95-999E-0478-9351148ABF7E}"/>
              </a:ext>
            </a:extLst>
          </p:cNvPr>
          <p:cNvSpPr/>
          <p:nvPr/>
        </p:nvSpPr>
        <p:spPr>
          <a:xfrm>
            <a:off x="11456097" y="462279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6" name="Rounded Rectangle 185">
            <a:extLst>
              <a:ext uri="{FF2B5EF4-FFF2-40B4-BE49-F238E27FC236}">
                <a16:creationId xmlns:a16="http://schemas.microsoft.com/office/drawing/2014/main" id="{A7F68280-18E0-72D0-DA8C-9C594DEAF970}"/>
              </a:ext>
            </a:extLst>
          </p:cNvPr>
          <p:cNvSpPr/>
          <p:nvPr/>
        </p:nvSpPr>
        <p:spPr>
          <a:xfrm>
            <a:off x="11879433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7" name="Rounded Rectangle 186">
            <a:extLst>
              <a:ext uri="{FF2B5EF4-FFF2-40B4-BE49-F238E27FC236}">
                <a16:creationId xmlns:a16="http://schemas.microsoft.com/office/drawing/2014/main" id="{186FBFD6-BD84-F81E-5A8C-88FECC97BD92}"/>
              </a:ext>
            </a:extLst>
          </p:cNvPr>
          <p:cNvSpPr/>
          <p:nvPr/>
        </p:nvSpPr>
        <p:spPr>
          <a:xfrm>
            <a:off x="8435618" y="563315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8" name="Rounded Rectangle 187">
            <a:extLst>
              <a:ext uri="{FF2B5EF4-FFF2-40B4-BE49-F238E27FC236}">
                <a16:creationId xmlns:a16="http://schemas.microsoft.com/office/drawing/2014/main" id="{EEE929D7-3479-EFA0-398D-BB2E0C2214A2}"/>
              </a:ext>
            </a:extLst>
          </p:cNvPr>
          <p:cNvSpPr/>
          <p:nvPr/>
        </p:nvSpPr>
        <p:spPr>
          <a:xfrm>
            <a:off x="8858954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9" name="Rounded Rectangle 188">
            <a:extLst>
              <a:ext uri="{FF2B5EF4-FFF2-40B4-BE49-F238E27FC236}">
                <a16:creationId xmlns:a16="http://schemas.microsoft.com/office/drawing/2014/main" id="{9D52937F-5F5C-21DD-5FF8-DCBA76050944}"/>
              </a:ext>
            </a:extLst>
          </p:cNvPr>
          <p:cNvSpPr/>
          <p:nvPr/>
        </p:nvSpPr>
        <p:spPr>
          <a:xfrm>
            <a:off x="9299570" y="563880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0" name="Rounded Rectangle 189">
            <a:extLst>
              <a:ext uri="{FF2B5EF4-FFF2-40B4-BE49-F238E27FC236}">
                <a16:creationId xmlns:a16="http://schemas.microsoft.com/office/drawing/2014/main" id="{7C254D13-D52E-326D-F118-07920E0AF6FA}"/>
              </a:ext>
            </a:extLst>
          </p:cNvPr>
          <p:cNvSpPr/>
          <p:nvPr/>
        </p:nvSpPr>
        <p:spPr>
          <a:xfrm>
            <a:off x="9722906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1" name="Rounded Rectangle 190">
            <a:extLst>
              <a:ext uri="{FF2B5EF4-FFF2-40B4-BE49-F238E27FC236}">
                <a16:creationId xmlns:a16="http://schemas.microsoft.com/office/drawing/2014/main" id="{4844827B-A23F-C66D-D0A6-16B4378FC85F}"/>
              </a:ext>
            </a:extLst>
          </p:cNvPr>
          <p:cNvSpPr/>
          <p:nvPr/>
        </p:nvSpPr>
        <p:spPr>
          <a:xfrm>
            <a:off x="10168809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2" name="Rounded Rectangle 191">
            <a:extLst>
              <a:ext uri="{FF2B5EF4-FFF2-40B4-BE49-F238E27FC236}">
                <a16:creationId xmlns:a16="http://schemas.microsoft.com/office/drawing/2014/main" id="{A405E314-F5C0-C80B-0595-7A7AF8BA2A62}"/>
              </a:ext>
            </a:extLst>
          </p:cNvPr>
          <p:cNvSpPr/>
          <p:nvPr/>
        </p:nvSpPr>
        <p:spPr>
          <a:xfrm>
            <a:off x="10592145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3" name="Rounded Rectangle 192">
            <a:extLst>
              <a:ext uri="{FF2B5EF4-FFF2-40B4-BE49-F238E27FC236}">
                <a16:creationId xmlns:a16="http://schemas.microsoft.com/office/drawing/2014/main" id="{B0ABA5B2-8BF2-66F4-BA74-16B752270026}"/>
              </a:ext>
            </a:extLst>
          </p:cNvPr>
          <p:cNvSpPr/>
          <p:nvPr/>
        </p:nvSpPr>
        <p:spPr>
          <a:xfrm>
            <a:off x="11032761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4" name="Rounded Rectangle 193">
            <a:extLst>
              <a:ext uri="{FF2B5EF4-FFF2-40B4-BE49-F238E27FC236}">
                <a16:creationId xmlns:a16="http://schemas.microsoft.com/office/drawing/2014/main" id="{DDA205F9-D337-606C-D2EB-4B415C05D2E6}"/>
              </a:ext>
            </a:extLst>
          </p:cNvPr>
          <p:cNvSpPr/>
          <p:nvPr/>
        </p:nvSpPr>
        <p:spPr>
          <a:xfrm>
            <a:off x="11456097" y="565008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5" name="Rounded Rectangle 194">
            <a:extLst>
              <a:ext uri="{FF2B5EF4-FFF2-40B4-BE49-F238E27FC236}">
                <a16:creationId xmlns:a16="http://schemas.microsoft.com/office/drawing/2014/main" id="{C6282C0A-B13D-F707-A75D-55944A5348C5}"/>
              </a:ext>
            </a:extLst>
          </p:cNvPr>
          <p:cNvSpPr/>
          <p:nvPr/>
        </p:nvSpPr>
        <p:spPr>
          <a:xfrm>
            <a:off x="11879433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6" name="Rounded Rectangle 195">
            <a:extLst>
              <a:ext uri="{FF2B5EF4-FFF2-40B4-BE49-F238E27FC236}">
                <a16:creationId xmlns:a16="http://schemas.microsoft.com/office/drawing/2014/main" id="{23D69979-8DB9-7C52-5B6D-2AF9497728ED}"/>
              </a:ext>
            </a:extLst>
          </p:cNvPr>
          <p:cNvSpPr/>
          <p:nvPr/>
        </p:nvSpPr>
        <p:spPr>
          <a:xfrm>
            <a:off x="8636352" y="511104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7" name="Rounded Rectangle 196">
            <a:extLst>
              <a:ext uri="{FF2B5EF4-FFF2-40B4-BE49-F238E27FC236}">
                <a16:creationId xmlns:a16="http://schemas.microsoft.com/office/drawing/2014/main" id="{4471A7C5-47D0-D63F-6CE6-7DCD1A2E5E88}"/>
              </a:ext>
            </a:extLst>
          </p:cNvPr>
          <p:cNvSpPr/>
          <p:nvPr/>
        </p:nvSpPr>
        <p:spPr>
          <a:xfrm>
            <a:off x="9059688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8" name="Rounded Rectangle 197">
            <a:extLst>
              <a:ext uri="{FF2B5EF4-FFF2-40B4-BE49-F238E27FC236}">
                <a16:creationId xmlns:a16="http://schemas.microsoft.com/office/drawing/2014/main" id="{F9FF156E-E2A8-F220-CA1A-711BAD2619EC}"/>
              </a:ext>
            </a:extLst>
          </p:cNvPr>
          <p:cNvSpPr/>
          <p:nvPr/>
        </p:nvSpPr>
        <p:spPr>
          <a:xfrm>
            <a:off x="9500304" y="511669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9" name="Rounded Rectangle 198">
            <a:extLst>
              <a:ext uri="{FF2B5EF4-FFF2-40B4-BE49-F238E27FC236}">
                <a16:creationId xmlns:a16="http://schemas.microsoft.com/office/drawing/2014/main" id="{077982E8-02F6-3545-83D9-5F2230C20AC3}"/>
              </a:ext>
            </a:extLst>
          </p:cNvPr>
          <p:cNvSpPr/>
          <p:nvPr/>
        </p:nvSpPr>
        <p:spPr>
          <a:xfrm>
            <a:off x="9923640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0" name="Rounded Rectangle 199">
            <a:extLst>
              <a:ext uri="{FF2B5EF4-FFF2-40B4-BE49-F238E27FC236}">
                <a16:creationId xmlns:a16="http://schemas.microsoft.com/office/drawing/2014/main" id="{860DFEE7-7269-DC48-0E26-643A53AE0793}"/>
              </a:ext>
            </a:extLst>
          </p:cNvPr>
          <p:cNvSpPr/>
          <p:nvPr/>
        </p:nvSpPr>
        <p:spPr>
          <a:xfrm>
            <a:off x="10369543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ABAAEFA5-A125-7D2F-2A2B-FBE76131A109}"/>
              </a:ext>
            </a:extLst>
          </p:cNvPr>
          <p:cNvSpPr/>
          <p:nvPr/>
        </p:nvSpPr>
        <p:spPr>
          <a:xfrm>
            <a:off x="10792879" y="512233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2957F421-6870-07CB-DA0B-913F36116330}"/>
              </a:ext>
            </a:extLst>
          </p:cNvPr>
          <p:cNvSpPr/>
          <p:nvPr/>
        </p:nvSpPr>
        <p:spPr>
          <a:xfrm>
            <a:off x="11233495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3" name="Rounded Rectangle 202">
            <a:extLst>
              <a:ext uri="{FF2B5EF4-FFF2-40B4-BE49-F238E27FC236}">
                <a16:creationId xmlns:a16="http://schemas.microsoft.com/office/drawing/2014/main" id="{83BADD4C-575C-6ADD-C9FF-DE443ABF0FAD}"/>
              </a:ext>
            </a:extLst>
          </p:cNvPr>
          <p:cNvSpPr/>
          <p:nvPr/>
        </p:nvSpPr>
        <p:spPr>
          <a:xfrm>
            <a:off x="11656831" y="512797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E9F83308-6842-8C51-4E1C-A3D342705371}"/>
              </a:ext>
            </a:extLst>
          </p:cNvPr>
          <p:cNvSpPr/>
          <p:nvPr/>
        </p:nvSpPr>
        <p:spPr>
          <a:xfrm>
            <a:off x="8662108" y="1615492"/>
            <a:ext cx="456160" cy="457200"/>
          </a:xfrm>
          <a:prstGeom prst="ellipse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4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E0A3D043-A531-0A54-9959-C91F9958AE17}"/>
              </a:ext>
            </a:extLst>
          </p:cNvPr>
          <p:cNvSpPr/>
          <p:nvPr/>
        </p:nvSpPr>
        <p:spPr>
          <a:xfrm>
            <a:off x="9353715" y="1556226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C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C6DBB372-8AD6-76F5-9BFE-EC6313698C8E}"/>
              </a:ext>
            </a:extLst>
          </p:cNvPr>
          <p:cNvSpPr/>
          <p:nvPr/>
        </p:nvSpPr>
        <p:spPr>
          <a:xfrm>
            <a:off x="9777051" y="1556226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A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BC67F21D-11EF-88B6-4C7B-C2FA9C433DA3}"/>
              </a:ext>
            </a:extLst>
          </p:cNvPr>
          <p:cNvSpPr/>
          <p:nvPr/>
        </p:nvSpPr>
        <p:spPr>
          <a:xfrm>
            <a:off x="10203910" y="1556226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T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718D96F-C6D8-8956-ED69-0073D465B6AF}"/>
              </a:ext>
            </a:extLst>
          </p:cNvPr>
          <p:cNvSpPr/>
          <p:nvPr/>
        </p:nvSpPr>
        <p:spPr>
          <a:xfrm>
            <a:off x="10627246" y="1556226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S</a:t>
            </a:r>
          </a:p>
        </p:txBody>
      </p:sp>
      <p:sp>
        <p:nvSpPr>
          <p:cNvPr id="222" name="Rounded Rectangle 221">
            <a:extLst>
              <a:ext uri="{FF2B5EF4-FFF2-40B4-BE49-F238E27FC236}">
                <a16:creationId xmlns:a16="http://schemas.microsoft.com/office/drawing/2014/main" id="{C1DBFDB9-AEE4-EBD5-3D09-2F4407DF38C6}"/>
              </a:ext>
            </a:extLst>
          </p:cNvPr>
          <p:cNvSpPr/>
          <p:nvPr/>
        </p:nvSpPr>
        <p:spPr>
          <a:xfrm>
            <a:off x="9353715" y="1556226"/>
            <a:ext cx="1683235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59B19664-2532-79C2-61B4-27E816EC68AD}"/>
              </a:ext>
            </a:extLst>
          </p:cNvPr>
          <p:cNvSpPr/>
          <p:nvPr/>
        </p:nvSpPr>
        <p:spPr>
          <a:xfrm>
            <a:off x="8662108" y="2448643"/>
            <a:ext cx="456160" cy="457200"/>
          </a:xfrm>
          <a:prstGeom prst="ellipse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5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FF488438-4584-15D0-849F-16B842DA63AF}"/>
              </a:ext>
            </a:extLst>
          </p:cNvPr>
          <p:cNvSpPr/>
          <p:nvPr/>
        </p:nvSpPr>
        <p:spPr>
          <a:xfrm>
            <a:off x="9353715" y="2389377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C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6BB03EAB-7160-C81D-9405-F1CA27A0D02C}"/>
              </a:ext>
            </a:extLst>
          </p:cNvPr>
          <p:cNvSpPr/>
          <p:nvPr/>
        </p:nvSpPr>
        <p:spPr>
          <a:xfrm>
            <a:off x="9777051" y="2389377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A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15836B37-DAA6-C2A8-C880-10285EE973BB}"/>
              </a:ext>
            </a:extLst>
          </p:cNvPr>
          <p:cNvSpPr/>
          <p:nvPr/>
        </p:nvSpPr>
        <p:spPr>
          <a:xfrm>
            <a:off x="10203910" y="2389377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T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38CAEEAF-537F-2E96-063F-6C2264127B1A}"/>
              </a:ext>
            </a:extLst>
          </p:cNvPr>
          <p:cNvSpPr/>
          <p:nvPr/>
        </p:nvSpPr>
        <p:spPr>
          <a:xfrm>
            <a:off x="10627246" y="2389377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E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961429D3-D0B5-3C34-C222-150709D9AEDE}"/>
              </a:ext>
            </a:extLst>
          </p:cNvPr>
          <p:cNvSpPr/>
          <p:nvPr/>
        </p:nvSpPr>
        <p:spPr>
          <a:xfrm>
            <a:off x="11012388" y="2389377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R</a:t>
            </a:r>
          </a:p>
        </p:txBody>
      </p:sp>
      <p:sp>
        <p:nvSpPr>
          <p:cNvPr id="231" name="Rounded Rectangle 230">
            <a:extLst>
              <a:ext uri="{FF2B5EF4-FFF2-40B4-BE49-F238E27FC236}">
                <a16:creationId xmlns:a16="http://schemas.microsoft.com/office/drawing/2014/main" id="{8DF5422C-F4EC-DE04-B204-8F0B4573B2AA}"/>
              </a:ext>
            </a:extLst>
          </p:cNvPr>
          <p:cNvSpPr/>
          <p:nvPr/>
        </p:nvSpPr>
        <p:spPr>
          <a:xfrm>
            <a:off x="9345092" y="2392457"/>
            <a:ext cx="2117803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FF1D06A-D816-FBA3-DB9D-107E3DB5B654}"/>
              </a:ext>
            </a:extLst>
          </p:cNvPr>
          <p:cNvSpPr/>
          <p:nvPr/>
        </p:nvSpPr>
        <p:spPr>
          <a:xfrm>
            <a:off x="9646917" y="623676"/>
            <a:ext cx="1287288" cy="5431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 A 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C0B5A95-377B-1619-D997-9AC634D96F87}"/>
              </a:ext>
            </a:extLst>
          </p:cNvPr>
          <p:cNvSpPr>
            <a:spLocks noChangeAspect="1"/>
          </p:cNvSpPr>
          <p:nvPr/>
        </p:nvSpPr>
        <p:spPr>
          <a:xfrm>
            <a:off x="8658571" y="650819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5D47893-F73D-C9FB-82EA-2A7ACC2D2B4B}"/>
              </a:ext>
            </a:extLst>
          </p:cNvPr>
          <p:cNvSpPr/>
          <p:nvPr/>
        </p:nvSpPr>
        <p:spPr>
          <a:xfrm>
            <a:off x="9533470" y="303480"/>
            <a:ext cx="1538482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Trigram #002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256FDC1-7576-B91B-66EE-FEDFB6D5F105}"/>
              </a:ext>
            </a:extLst>
          </p:cNvPr>
          <p:cNvGrpSpPr/>
          <p:nvPr/>
        </p:nvGrpSpPr>
        <p:grpSpPr>
          <a:xfrm>
            <a:off x="11490691" y="650819"/>
            <a:ext cx="456160" cy="457200"/>
            <a:chOff x="7296130" y="459403"/>
            <a:chExt cx="456160" cy="4572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7518989-8BAE-FDE1-1CE6-2BB50E2A78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96130" y="459403"/>
              <a:ext cx="456160" cy="457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</a:endParaRPr>
            </a:p>
          </p:txBody>
        </p:sp>
        <p:pic>
          <p:nvPicPr>
            <p:cNvPr id="43" name="Graphic 42" descr="Signal with solid fill">
              <a:extLst>
                <a:ext uri="{FF2B5EF4-FFF2-40B4-BE49-F238E27FC236}">
                  <a16:creationId xmlns:a16="http://schemas.microsoft.com/office/drawing/2014/main" id="{A043271B-C743-DDED-6548-F0C161390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41330" y="505123"/>
              <a:ext cx="365760" cy="365760"/>
            </a:xfrm>
            <a:prstGeom prst="rect">
              <a:avLst/>
            </a:prstGeom>
          </p:spPr>
        </p:pic>
      </p:grp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D4E63BD-89DE-56D3-9459-FCBDFD0BF961}"/>
              </a:ext>
            </a:extLst>
          </p:cNvPr>
          <p:cNvSpPr/>
          <p:nvPr/>
        </p:nvSpPr>
        <p:spPr>
          <a:xfrm>
            <a:off x="9520501" y="4056687"/>
            <a:ext cx="1538482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71827C"/>
                </a:solidFill>
              </a:rPr>
              <a:t>Round I of III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8F78730F-3F35-691B-EAD8-030608B6067A}"/>
              </a:ext>
            </a:extLst>
          </p:cNvPr>
          <p:cNvSpPr/>
          <p:nvPr/>
        </p:nvSpPr>
        <p:spPr>
          <a:xfrm>
            <a:off x="5170406" y="2433107"/>
            <a:ext cx="2124305" cy="57573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898DBCA-88A9-3A16-24A3-994D227F23E7}"/>
              </a:ext>
            </a:extLst>
          </p:cNvPr>
          <p:cNvSpPr/>
          <p:nvPr/>
        </p:nvSpPr>
        <p:spPr>
          <a:xfrm>
            <a:off x="4470023" y="2494597"/>
            <a:ext cx="45616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D927B76-69CC-9104-9B54-6473F5377E52}"/>
              </a:ext>
            </a:extLst>
          </p:cNvPr>
          <p:cNvSpPr/>
          <p:nvPr/>
        </p:nvSpPr>
        <p:spPr>
          <a:xfrm>
            <a:off x="5161630" y="2430979"/>
            <a:ext cx="416814" cy="57573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u="sng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023FCB9-8C34-7615-E45C-5EBA760102AD}"/>
              </a:ext>
            </a:extLst>
          </p:cNvPr>
          <p:cNvSpPr/>
          <p:nvPr/>
        </p:nvSpPr>
        <p:spPr>
          <a:xfrm>
            <a:off x="5584966" y="2430979"/>
            <a:ext cx="416814" cy="57573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u="sng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B9F7B13-BBD6-B898-B67A-7E71EDE6CD43}"/>
              </a:ext>
            </a:extLst>
          </p:cNvPr>
          <p:cNvSpPr/>
          <p:nvPr/>
        </p:nvSpPr>
        <p:spPr>
          <a:xfrm>
            <a:off x="6011825" y="2430979"/>
            <a:ext cx="416814" cy="57573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u="sng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BDCA32A-E5D7-A475-0035-F98F9113C410}"/>
              </a:ext>
            </a:extLst>
          </p:cNvPr>
          <p:cNvSpPr/>
          <p:nvPr/>
        </p:nvSpPr>
        <p:spPr>
          <a:xfrm>
            <a:off x="6431986" y="2430979"/>
            <a:ext cx="416814" cy="57573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u="sng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126214E-649E-5714-8798-A7F1DA2F0C4E}"/>
              </a:ext>
            </a:extLst>
          </p:cNvPr>
          <p:cNvSpPr/>
          <p:nvPr/>
        </p:nvSpPr>
        <p:spPr>
          <a:xfrm>
            <a:off x="6844865" y="2430354"/>
            <a:ext cx="416814" cy="57573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_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9ACCAA81-30A1-B1B1-3A8E-6BE53556E6DC}"/>
              </a:ext>
            </a:extLst>
          </p:cNvPr>
          <p:cNvSpPr/>
          <p:nvPr/>
        </p:nvSpPr>
        <p:spPr>
          <a:xfrm>
            <a:off x="5326759" y="4086042"/>
            <a:ext cx="1538482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71827C"/>
                </a:solidFill>
              </a:rPr>
              <a:t>Round I of III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67F4BED-2B88-C21E-8533-377F757FECC6}"/>
              </a:ext>
            </a:extLst>
          </p:cNvPr>
          <p:cNvSpPr/>
          <p:nvPr/>
        </p:nvSpPr>
        <p:spPr>
          <a:xfrm>
            <a:off x="8670731" y="3286548"/>
            <a:ext cx="456160" cy="457200"/>
          </a:xfrm>
          <a:prstGeom prst="ellipse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6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B251282-3A54-1B13-8150-9EF1400EF371}"/>
              </a:ext>
            </a:extLst>
          </p:cNvPr>
          <p:cNvSpPr/>
          <p:nvPr/>
        </p:nvSpPr>
        <p:spPr>
          <a:xfrm>
            <a:off x="9362338" y="3227282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C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20880D5-0895-6DA3-73F0-FD4C5019FF19}"/>
              </a:ext>
            </a:extLst>
          </p:cNvPr>
          <p:cNvSpPr/>
          <p:nvPr/>
        </p:nvSpPr>
        <p:spPr>
          <a:xfrm>
            <a:off x="9785674" y="3227282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A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E65DE5C-3C82-1368-71CB-F9BA0CEB5BA0}"/>
              </a:ext>
            </a:extLst>
          </p:cNvPr>
          <p:cNvSpPr/>
          <p:nvPr/>
        </p:nvSpPr>
        <p:spPr>
          <a:xfrm>
            <a:off x="10212533" y="3227282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8B48B20-1F9E-3D42-5412-2A4DD89581D9}"/>
              </a:ext>
            </a:extLst>
          </p:cNvPr>
          <p:cNvSpPr/>
          <p:nvPr/>
        </p:nvSpPr>
        <p:spPr>
          <a:xfrm>
            <a:off x="10635869" y="3227282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3059105-0AA9-3D03-C013-7DBDE8712865}"/>
              </a:ext>
            </a:extLst>
          </p:cNvPr>
          <p:cNvSpPr/>
          <p:nvPr/>
        </p:nvSpPr>
        <p:spPr>
          <a:xfrm>
            <a:off x="11021011" y="3227282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R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191459E6-EC7A-795D-696E-BF8BA3194989}"/>
              </a:ext>
            </a:extLst>
          </p:cNvPr>
          <p:cNvSpPr/>
          <p:nvPr/>
        </p:nvSpPr>
        <p:spPr>
          <a:xfrm>
            <a:off x="9353714" y="3230362"/>
            <a:ext cx="2462063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55C4482-43CA-DD27-7A6F-C4AE16B1C3DE}"/>
              </a:ext>
            </a:extLst>
          </p:cNvPr>
          <p:cNvSpPr/>
          <p:nvPr/>
        </p:nvSpPr>
        <p:spPr>
          <a:xfrm>
            <a:off x="11398964" y="3231672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88EC6FD2-9B66-55EE-1186-BB3B40A2F129}"/>
              </a:ext>
            </a:extLst>
          </p:cNvPr>
          <p:cNvSpPr/>
          <p:nvPr/>
        </p:nvSpPr>
        <p:spPr>
          <a:xfrm>
            <a:off x="9234639" y="1786221"/>
            <a:ext cx="2138445" cy="18530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Round I 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Complete!</a:t>
            </a:r>
          </a:p>
        </p:txBody>
      </p:sp>
      <p:pic>
        <p:nvPicPr>
          <p:cNvPr id="76" name="Graphic 75" descr="Rating 1 Star with solid fill">
            <a:extLst>
              <a:ext uri="{FF2B5EF4-FFF2-40B4-BE49-F238E27FC236}">
                <a16:creationId xmlns:a16="http://schemas.microsoft.com/office/drawing/2014/main" id="{5A73BD65-D82A-10E6-6418-2B498E01D1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21862" y="2284947"/>
            <a:ext cx="1323054" cy="132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437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E09E2B9-C5D1-B42A-3CE2-A20D893FD1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0" t="21371" r="34748" b="67401"/>
          <a:stretch/>
        </p:blipFill>
        <p:spPr bwMode="auto">
          <a:xfrm>
            <a:off x="6749716" y="529389"/>
            <a:ext cx="3959142" cy="2815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72213E59-A77B-B8D5-A832-FD91A1C4DCD4}"/>
              </a:ext>
            </a:extLst>
          </p:cNvPr>
          <p:cNvGrpSpPr/>
          <p:nvPr/>
        </p:nvGrpSpPr>
        <p:grpSpPr>
          <a:xfrm>
            <a:off x="2391333" y="2728343"/>
            <a:ext cx="2717944" cy="1734534"/>
            <a:chOff x="2391333" y="2728343"/>
            <a:chExt cx="2717944" cy="173453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5AE1747-2246-B3FB-A912-2E7C302665B9}"/>
                </a:ext>
              </a:extLst>
            </p:cNvPr>
            <p:cNvGrpSpPr/>
            <p:nvPr/>
          </p:nvGrpSpPr>
          <p:grpSpPr>
            <a:xfrm>
              <a:off x="4146752" y="3067212"/>
              <a:ext cx="962525" cy="1395665"/>
              <a:chOff x="4211054" y="3152272"/>
              <a:chExt cx="962525" cy="1395665"/>
            </a:xfrm>
          </p:grpSpPr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4359527B-9C60-EAE5-0182-0EF972D9C40D}"/>
                  </a:ext>
                </a:extLst>
              </p:cNvPr>
              <p:cNvSpPr/>
              <p:nvPr/>
            </p:nvSpPr>
            <p:spPr>
              <a:xfrm>
                <a:off x="4211054" y="3152272"/>
                <a:ext cx="962525" cy="1395665"/>
              </a:xfrm>
              <a:prstGeom prst="roundRect">
                <a:avLst>
                  <a:gd name="adj" fmla="val 10417"/>
                </a:avLst>
              </a:prstGeom>
              <a:solidFill>
                <a:srgbClr val="97979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FE20EE09-5561-D575-C1CE-6E3C03A73145}"/>
                  </a:ext>
                </a:extLst>
              </p:cNvPr>
              <p:cNvSpPr/>
              <p:nvPr/>
            </p:nvSpPr>
            <p:spPr>
              <a:xfrm>
                <a:off x="4291265" y="3224463"/>
                <a:ext cx="798094" cy="1106906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D5C3BA6-D49F-B5E2-20C1-8D195A792C0F}"/>
                  </a:ext>
                </a:extLst>
              </p:cNvPr>
              <p:cNvSpPr/>
              <p:nvPr/>
            </p:nvSpPr>
            <p:spPr>
              <a:xfrm>
                <a:off x="4644592" y="4393933"/>
                <a:ext cx="91440" cy="91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53DC482-AF34-28C2-20CB-703F02B9A55C}"/>
                </a:ext>
              </a:extLst>
            </p:cNvPr>
            <p:cNvSpPr/>
            <p:nvPr/>
          </p:nvSpPr>
          <p:spPr>
            <a:xfrm>
              <a:off x="4745425" y="3479041"/>
              <a:ext cx="91440" cy="91440"/>
            </a:xfrm>
            <a:prstGeom prst="ellipse">
              <a:avLst/>
            </a:prstGeom>
            <a:solidFill>
              <a:srgbClr val="9797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7814448-2387-D0FD-14E5-86BF68C611A2}"/>
                </a:ext>
              </a:extLst>
            </p:cNvPr>
            <p:cNvSpPr/>
            <p:nvPr/>
          </p:nvSpPr>
          <p:spPr>
            <a:xfrm>
              <a:off x="4451360" y="3479041"/>
              <a:ext cx="91440" cy="91440"/>
            </a:xfrm>
            <a:prstGeom prst="ellipse">
              <a:avLst/>
            </a:prstGeom>
            <a:solidFill>
              <a:srgbClr val="9797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Block Arc 10">
              <a:extLst>
                <a:ext uri="{FF2B5EF4-FFF2-40B4-BE49-F238E27FC236}">
                  <a16:creationId xmlns:a16="http://schemas.microsoft.com/office/drawing/2014/main" id="{93A09BBF-E27A-23B5-EB47-C3821DE30565}"/>
                </a:ext>
              </a:extLst>
            </p:cNvPr>
            <p:cNvSpPr/>
            <p:nvPr/>
          </p:nvSpPr>
          <p:spPr>
            <a:xfrm rot="10800000">
              <a:off x="4420978" y="3524761"/>
              <a:ext cx="453607" cy="413869"/>
            </a:xfrm>
            <a:prstGeom prst="blockArc">
              <a:avLst>
                <a:gd name="adj1" fmla="val 11013671"/>
                <a:gd name="adj2" fmla="val 21316100"/>
                <a:gd name="adj3" fmla="val 12596"/>
              </a:avLst>
            </a:prstGeom>
            <a:solidFill>
              <a:srgbClr val="9797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EEAC7FD-3D37-695E-0484-D2BBA3ABD83A}"/>
                </a:ext>
              </a:extLst>
            </p:cNvPr>
            <p:cNvGrpSpPr/>
            <p:nvPr/>
          </p:nvGrpSpPr>
          <p:grpSpPr>
            <a:xfrm rot="16200000">
              <a:off x="2607903" y="3283782"/>
              <a:ext cx="962525" cy="1395665"/>
              <a:chOff x="4211054" y="3152272"/>
              <a:chExt cx="962525" cy="1395665"/>
            </a:xfrm>
          </p:grpSpPr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3CED7246-76E8-982D-649D-035D714B878B}"/>
                  </a:ext>
                </a:extLst>
              </p:cNvPr>
              <p:cNvSpPr/>
              <p:nvPr/>
            </p:nvSpPr>
            <p:spPr>
              <a:xfrm>
                <a:off x="4211054" y="3152272"/>
                <a:ext cx="962525" cy="1395665"/>
              </a:xfrm>
              <a:prstGeom prst="roundRect">
                <a:avLst>
                  <a:gd name="adj" fmla="val 10417"/>
                </a:avLst>
              </a:prstGeom>
              <a:solidFill>
                <a:srgbClr val="97979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7029960D-EB78-1FD5-45B6-41F1EA57AC59}"/>
                  </a:ext>
                </a:extLst>
              </p:cNvPr>
              <p:cNvSpPr/>
              <p:nvPr/>
            </p:nvSpPr>
            <p:spPr>
              <a:xfrm>
                <a:off x="4291265" y="3224463"/>
                <a:ext cx="798094" cy="1106906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3693644-8712-AC2A-CFD5-9B54C66DAEBE}"/>
                  </a:ext>
                </a:extLst>
              </p:cNvPr>
              <p:cNvSpPr/>
              <p:nvPr/>
            </p:nvSpPr>
            <p:spPr>
              <a:xfrm>
                <a:off x="4644592" y="4393933"/>
                <a:ext cx="91440" cy="91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45D1CFE-0441-7C22-A6C5-74B9F33FE503}"/>
                </a:ext>
              </a:extLst>
            </p:cNvPr>
            <p:cNvSpPr/>
            <p:nvPr/>
          </p:nvSpPr>
          <p:spPr>
            <a:xfrm rot="16200000">
              <a:off x="2803162" y="3794536"/>
              <a:ext cx="91440" cy="91440"/>
            </a:xfrm>
            <a:prstGeom prst="ellipse">
              <a:avLst/>
            </a:prstGeom>
            <a:solidFill>
              <a:srgbClr val="9797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FC504B5-A4F0-1557-3C94-2067AB0BE018}"/>
                </a:ext>
              </a:extLst>
            </p:cNvPr>
            <p:cNvSpPr/>
            <p:nvPr/>
          </p:nvSpPr>
          <p:spPr>
            <a:xfrm rot="16200000">
              <a:off x="2803162" y="4088601"/>
              <a:ext cx="91440" cy="91440"/>
            </a:xfrm>
            <a:prstGeom prst="ellipse">
              <a:avLst/>
            </a:prstGeom>
            <a:solidFill>
              <a:srgbClr val="9797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FC528AF-9C63-1A25-6CF0-B9C5C09377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1446" y="3784911"/>
              <a:ext cx="103212" cy="415887"/>
            </a:xfrm>
            <a:prstGeom prst="line">
              <a:avLst/>
            </a:prstGeom>
            <a:ln w="44450">
              <a:solidFill>
                <a:srgbClr val="9797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Circular Arrow 23">
              <a:extLst>
                <a:ext uri="{FF2B5EF4-FFF2-40B4-BE49-F238E27FC236}">
                  <a16:creationId xmlns:a16="http://schemas.microsoft.com/office/drawing/2014/main" id="{D8F6094B-C913-AA21-C6B5-8ADAD1A7A23A}"/>
                </a:ext>
              </a:extLst>
            </p:cNvPr>
            <p:cNvSpPr/>
            <p:nvPr/>
          </p:nvSpPr>
          <p:spPr>
            <a:xfrm>
              <a:off x="3424519" y="2728343"/>
              <a:ext cx="709240" cy="700657"/>
            </a:xfrm>
            <a:prstGeom prst="circularArrow">
              <a:avLst>
                <a:gd name="adj1" fmla="val 7817"/>
                <a:gd name="adj2" fmla="val 1213249"/>
                <a:gd name="adj3" fmla="val 20121824"/>
                <a:gd name="adj4" fmla="val 5784138"/>
                <a:gd name="adj5" fmla="val 13410"/>
              </a:avLst>
            </a:prstGeom>
            <a:solidFill>
              <a:srgbClr val="9797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7249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E09E2B9-C5D1-B42A-3CE2-A20D893FD1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0" t="21371" r="34748" b="67401"/>
          <a:stretch/>
        </p:blipFill>
        <p:spPr bwMode="auto">
          <a:xfrm>
            <a:off x="6749716" y="529389"/>
            <a:ext cx="3959142" cy="2815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F9809DF-0389-0F2F-7587-6A6FF3E8956D}"/>
              </a:ext>
            </a:extLst>
          </p:cNvPr>
          <p:cNvGrpSpPr/>
          <p:nvPr/>
        </p:nvGrpSpPr>
        <p:grpSpPr>
          <a:xfrm>
            <a:off x="2391333" y="2728343"/>
            <a:ext cx="2717944" cy="1734534"/>
            <a:chOff x="2391333" y="2728343"/>
            <a:chExt cx="2717944" cy="1734534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4359527B-9C60-EAE5-0182-0EF972D9C40D}"/>
                </a:ext>
              </a:extLst>
            </p:cNvPr>
            <p:cNvSpPr/>
            <p:nvPr/>
          </p:nvSpPr>
          <p:spPr>
            <a:xfrm>
              <a:off x="4146752" y="3067212"/>
              <a:ext cx="962525" cy="1395665"/>
            </a:xfrm>
            <a:prstGeom prst="roundRect">
              <a:avLst>
                <a:gd name="adj" fmla="val 1041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FE20EE09-5561-D575-C1CE-6E3C03A73145}"/>
                </a:ext>
              </a:extLst>
            </p:cNvPr>
            <p:cNvSpPr/>
            <p:nvPr/>
          </p:nvSpPr>
          <p:spPr>
            <a:xfrm>
              <a:off x="4226963" y="3139403"/>
              <a:ext cx="798094" cy="1106906"/>
            </a:xfrm>
            <a:prstGeom prst="roundRect">
              <a:avLst>
                <a:gd name="adj" fmla="val 4167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D5C3BA6-D49F-B5E2-20C1-8D195A792C0F}"/>
                </a:ext>
              </a:extLst>
            </p:cNvPr>
            <p:cNvSpPr/>
            <p:nvPr/>
          </p:nvSpPr>
          <p:spPr>
            <a:xfrm>
              <a:off x="4580290" y="4308873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53DC482-AF34-28C2-20CB-703F02B9A55C}"/>
                </a:ext>
              </a:extLst>
            </p:cNvPr>
            <p:cNvSpPr/>
            <p:nvPr/>
          </p:nvSpPr>
          <p:spPr>
            <a:xfrm>
              <a:off x="4745425" y="3479041"/>
              <a:ext cx="91440" cy="914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7814448-2387-D0FD-14E5-86BF68C611A2}"/>
                </a:ext>
              </a:extLst>
            </p:cNvPr>
            <p:cNvSpPr/>
            <p:nvPr/>
          </p:nvSpPr>
          <p:spPr>
            <a:xfrm>
              <a:off x="4451360" y="3479041"/>
              <a:ext cx="91440" cy="914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Block Arc 10">
              <a:extLst>
                <a:ext uri="{FF2B5EF4-FFF2-40B4-BE49-F238E27FC236}">
                  <a16:creationId xmlns:a16="http://schemas.microsoft.com/office/drawing/2014/main" id="{93A09BBF-E27A-23B5-EB47-C3821DE30565}"/>
                </a:ext>
              </a:extLst>
            </p:cNvPr>
            <p:cNvSpPr/>
            <p:nvPr/>
          </p:nvSpPr>
          <p:spPr>
            <a:xfrm rot="10800000">
              <a:off x="4420978" y="3524761"/>
              <a:ext cx="453607" cy="413869"/>
            </a:xfrm>
            <a:prstGeom prst="blockArc">
              <a:avLst>
                <a:gd name="adj1" fmla="val 11013671"/>
                <a:gd name="adj2" fmla="val 21316100"/>
                <a:gd name="adj3" fmla="val 125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3CED7246-76E8-982D-649D-035D714B878B}"/>
                </a:ext>
              </a:extLst>
            </p:cNvPr>
            <p:cNvSpPr/>
            <p:nvPr/>
          </p:nvSpPr>
          <p:spPr>
            <a:xfrm rot="16200000">
              <a:off x="2607903" y="3283782"/>
              <a:ext cx="962525" cy="1395665"/>
            </a:xfrm>
            <a:prstGeom prst="roundRect">
              <a:avLst>
                <a:gd name="adj" fmla="val 1041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7029960D-EB78-1FD5-45B6-41F1EA57AC59}"/>
                </a:ext>
              </a:extLst>
            </p:cNvPr>
            <p:cNvSpPr/>
            <p:nvPr/>
          </p:nvSpPr>
          <p:spPr>
            <a:xfrm rot="16200000">
              <a:off x="2617930" y="3430166"/>
              <a:ext cx="798094" cy="1106906"/>
            </a:xfrm>
            <a:prstGeom prst="roundRect">
              <a:avLst>
                <a:gd name="adj" fmla="val 4167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3693644-8712-AC2A-CFD5-9B54C66DAEBE}"/>
                </a:ext>
              </a:extLst>
            </p:cNvPr>
            <p:cNvSpPr/>
            <p:nvPr/>
          </p:nvSpPr>
          <p:spPr>
            <a:xfrm rot="16200000">
              <a:off x="3632994" y="393789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45D1CFE-0441-7C22-A6C5-74B9F33FE503}"/>
                </a:ext>
              </a:extLst>
            </p:cNvPr>
            <p:cNvSpPr/>
            <p:nvPr/>
          </p:nvSpPr>
          <p:spPr>
            <a:xfrm rot="16200000">
              <a:off x="2803162" y="3794536"/>
              <a:ext cx="91440" cy="914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FC504B5-A4F0-1557-3C94-2067AB0BE018}"/>
                </a:ext>
              </a:extLst>
            </p:cNvPr>
            <p:cNvSpPr/>
            <p:nvPr/>
          </p:nvSpPr>
          <p:spPr>
            <a:xfrm rot="16200000">
              <a:off x="2803162" y="4088601"/>
              <a:ext cx="91440" cy="914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FC528AF-9C63-1A25-6CF0-B9C5C09377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1446" y="3784911"/>
              <a:ext cx="103212" cy="415887"/>
            </a:xfrm>
            <a:prstGeom prst="line">
              <a:avLst/>
            </a:prstGeom>
            <a:ln w="444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Circular Arrow 23">
              <a:extLst>
                <a:ext uri="{FF2B5EF4-FFF2-40B4-BE49-F238E27FC236}">
                  <a16:creationId xmlns:a16="http://schemas.microsoft.com/office/drawing/2014/main" id="{D8F6094B-C913-AA21-C6B5-8ADAD1A7A23A}"/>
                </a:ext>
              </a:extLst>
            </p:cNvPr>
            <p:cNvSpPr/>
            <p:nvPr/>
          </p:nvSpPr>
          <p:spPr>
            <a:xfrm>
              <a:off x="3424519" y="2728343"/>
              <a:ext cx="709240" cy="700657"/>
            </a:xfrm>
            <a:prstGeom prst="circularArrow">
              <a:avLst>
                <a:gd name="adj1" fmla="val 7817"/>
                <a:gd name="adj2" fmla="val 1213249"/>
                <a:gd name="adj3" fmla="val 20121824"/>
                <a:gd name="adj4" fmla="val 5784138"/>
                <a:gd name="adj5" fmla="val 1341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3248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0D44150-8F60-AA40-15D1-78F092A07831}"/>
              </a:ext>
            </a:extLst>
          </p:cNvPr>
          <p:cNvSpPr/>
          <p:nvPr/>
        </p:nvSpPr>
        <p:spPr>
          <a:xfrm>
            <a:off x="891251" y="460094"/>
            <a:ext cx="4016415" cy="549508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13542C3-CA28-1902-73C3-D78F6FEEFACF}"/>
              </a:ext>
            </a:extLst>
          </p:cNvPr>
          <p:cNvSpPr/>
          <p:nvPr/>
        </p:nvSpPr>
        <p:spPr>
          <a:xfrm>
            <a:off x="891251" y="460094"/>
            <a:ext cx="4016415" cy="3668994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60E669-F94E-5823-7B1C-8998249EC9DF}"/>
              </a:ext>
            </a:extLst>
          </p:cNvPr>
          <p:cNvSpPr txBox="1"/>
          <p:nvPr/>
        </p:nvSpPr>
        <p:spPr>
          <a:xfrm>
            <a:off x="1724627" y="902826"/>
            <a:ext cx="23496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ZIPPER WORDS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D35F14-02C9-E676-2C37-EF7995B7F9A6}"/>
              </a:ext>
            </a:extLst>
          </p:cNvPr>
          <p:cNvSpPr txBox="1"/>
          <p:nvPr/>
        </p:nvSpPr>
        <p:spPr>
          <a:xfrm>
            <a:off x="1256935" y="4403390"/>
            <a:ext cx="32563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Words comprised of two smaller words woven together, one letter at a time.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E.g. </a:t>
            </a:r>
            <a:r>
              <a:rPr lang="en-US" dirty="0" err="1"/>
              <a:t>ExAmPlE</a:t>
            </a:r>
            <a:r>
              <a:rPr lang="en-US" dirty="0"/>
              <a:t>= EAPE + xml</a:t>
            </a:r>
          </a:p>
        </p:txBody>
      </p:sp>
      <p:pic>
        <p:nvPicPr>
          <p:cNvPr id="8" name="Graphic 7" descr="Zipper with solid fill">
            <a:extLst>
              <a:ext uri="{FF2B5EF4-FFF2-40B4-BE49-F238E27FC236}">
                <a16:creationId xmlns:a16="http://schemas.microsoft.com/office/drawing/2014/main" id="{988C7A3E-6D5B-831F-43D7-1AD85B296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082172" y="1921175"/>
            <a:ext cx="1605870" cy="160587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F4CB6EA-C3DD-8C09-6F3A-34A051EB6FD4}"/>
              </a:ext>
            </a:extLst>
          </p:cNvPr>
          <p:cNvSpPr/>
          <p:nvPr/>
        </p:nvSpPr>
        <p:spPr>
          <a:xfrm>
            <a:off x="5729288" y="657225"/>
            <a:ext cx="3543300" cy="6372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12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17597</TotalTime>
  <Words>462</Words>
  <Application>Microsoft Macintosh PowerPoint</Application>
  <PresentationFormat>Widescreen</PresentationFormat>
  <Paragraphs>377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Nikhil Nathwani</dc:creator>
  <cp:lastModifiedBy>Nikhil Nathwani</cp:lastModifiedBy>
  <cp:revision>11</cp:revision>
  <dcterms:created xsi:type="dcterms:W3CDTF">2024-01-21T00:18:37Z</dcterms:created>
  <dcterms:modified xsi:type="dcterms:W3CDTF">2024-05-05T06:24:20Z</dcterms:modified>
</cp:coreProperties>
</file>